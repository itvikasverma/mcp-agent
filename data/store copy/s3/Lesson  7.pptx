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141848" y="450291"/>
            <a:ext cx="1908302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jpg"/><Relationship Id="rId9" Type="http://schemas.openxmlformats.org/officeDocument/2006/relationships/image" Target="../media/image3.jpg"/><Relationship Id="rId10" Type="http://schemas.openxmlformats.org/officeDocument/2006/relationships/image" Target="../media/image4.png"/><Relationship Id="rId11" Type="http://schemas.openxmlformats.org/officeDocument/2006/relationships/image" Target="../media/image5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340096" y="1871472"/>
            <a:ext cx="6251448" cy="359968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22504" y="2436876"/>
            <a:ext cx="4837176" cy="2427732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348984" y="3907535"/>
            <a:ext cx="495300" cy="190500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5412994" y="5095875"/>
            <a:ext cx="61594" cy="49530"/>
          </a:xfrm>
          <a:custGeom>
            <a:avLst/>
            <a:gdLst/>
            <a:ahLst/>
            <a:cxnLst/>
            <a:rect l="l" t="t" r="r" b="b"/>
            <a:pathLst>
              <a:path w="61595" h="49529">
                <a:moveTo>
                  <a:pt x="24765" y="5588"/>
                </a:moveTo>
                <a:lnTo>
                  <a:pt x="19304" y="0"/>
                </a:lnTo>
                <a:lnTo>
                  <a:pt x="5588" y="0"/>
                </a:lnTo>
                <a:lnTo>
                  <a:pt x="0" y="5588"/>
                </a:lnTo>
                <a:lnTo>
                  <a:pt x="0" y="19177"/>
                </a:lnTo>
                <a:lnTo>
                  <a:pt x="5588" y="24765"/>
                </a:lnTo>
                <a:lnTo>
                  <a:pt x="19304" y="24765"/>
                </a:lnTo>
                <a:lnTo>
                  <a:pt x="24765" y="19177"/>
                </a:lnTo>
                <a:lnTo>
                  <a:pt x="24765" y="12319"/>
                </a:lnTo>
                <a:lnTo>
                  <a:pt x="24765" y="5588"/>
                </a:lnTo>
                <a:close/>
              </a:path>
              <a:path w="61595" h="49529">
                <a:moveTo>
                  <a:pt x="61214" y="29972"/>
                </a:moveTo>
                <a:lnTo>
                  <a:pt x="55626" y="24511"/>
                </a:lnTo>
                <a:lnTo>
                  <a:pt x="41910" y="24511"/>
                </a:lnTo>
                <a:lnTo>
                  <a:pt x="36449" y="29972"/>
                </a:lnTo>
                <a:lnTo>
                  <a:pt x="36449" y="43688"/>
                </a:lnTo>
                <a:lnTo>
                  <a:pt x="41910" y="49276"/>
                </a:lnTo>
                <a:lnTo>
                  <a:pt x="55626" y="49276"/>
                </a:lnTo>
                <a:lnTo>
                  <a:pt x="61214" y="43688"/>
                </a:lnTo>
                <a:lnTo>
                  <a:pt x="61214" y="36830"/>
                </a:lnTo>
                <a:lnTo>
                  <a:pt x="61214" y="29972"/>
                </a:lnTo>
                <a:close/>
              </a:path>
            </a:pathLst>
          </a:custGeom>
          <a:solidFill>
            <a:srgbClr val="E71223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0" name="bg object 2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440170" y="3797553"/>
            <a:ext cx="123951" cy="90423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980944" y="4291584"/>
            <a:ext cx="1324356" cy="144475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1097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093957" y="6464985"/>
            <a:ext cx="219075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jpg"/><Relationship Id="rId5" Type="http://schemas.openxmlformats.org/officeDocument/2006/relationships/image" Target="../media/image9.png"/><Relationship Id="rId6" Type="http://schemas.openxmlformats.org/officeDocument/2006/relationships/image" Target="../media/image10.jpg"/><Relationship Id="rId7" Type="http://schemas.openxmlformats.org/officeDocument/2006/relationships/image" Target="../media/image11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jpg"/><Relationship Id="rId3" Type="http://schemas.openxmlformats.org/officeDocument/2006/relationships/image" Target="../media/image5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Relationship Id="rId3" Type="http://schemas.openxmlformats.org/officeDocument/2006/relationships/image" Target="../media/image6.png"/><Relationship Id="rId4" Type="http://schemas.openxmlformats.org/officeDocument/2006/relationships/image" Target="../media/image2.jpg"/><Relationship Id="rId5" Type="http://schemas.openxmlformats.org/officeDocument/2006/relationships/image" Target="../media/image5.jpg"/><Relationship Id="rId6" Type="http://schemas.openxmlformats.org/officeDocument/2006/relationships/image" Target="../media/image1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dirty="0" sz="3600" spc="-10">
                <a:solidFill>
                  <a:srgbClr val="C00000"/>
                </a:solidFill>
                <a:latin typeface="Calibri Light"/>
                <a:cs typeface="Calibri Light"/>
              </a:rPr>
              <a:t>Lesson</a:t>
            </a:r>
            <a:r>
              <a:rPr dirty="0" sz="3600" spc="-135">
                <a:solidFill>
                  <a:srgbClr val="C00000"/>
                </a:solidFill>
                <a:latin typeface="Calibri Light"/>
                <a:cs typeface="Calibri Light"/>
              </a:rPr>
              <a:t> </a:t>
            </a:r>
            <a:r>
              <a:rPr dirty="0" sz="3600">
                <a:solidFill>
                  <a:srgbClr val="C00000"/>
                </a:solidFill>
                <a:latin typeface="Calibri Light"/>
                <a:cs typeface="Calibri Light"/>
              </a:rPr>
              <a:t>–</a:t>
            </a:r>
            <a:r>
              <a:rPr dirty="0" sz="3600" spc="-105">
                <a:solidFill>
                  <a:srgbClr val="C00000"/>
                </a:solidFill>
                <a:latin typeface="Calibri Light"/>
                <a:cs typeface="Calibri Light"/>
              </a:rPr>
              <a:t> </a:t>
            </a:r>
            <a:r>
              <a:rPr dirty="0" sz="3600" spc="-50">
                <a:solidFill>
                  <a:srgbClr val="C00000"/>
                </a:solidFill>
                <a:latin typeface="Calibri Light"/>
                <a:cs typeface="Calibri Light"/>
              </a:rPr>
              <a:t>8</a:t>
            </a:r>
            <a:endParaRPr sz="3600">
              <a:latin typeface="Calibri Light"/>
              <a:cs typeface="Calibri Ligh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843910" y="1744217"/>
            <a:ext cx="742505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Calibri"/>
                <a:cs typeface="Calibri"/>
              </a:rPr>
              <a:t>Neural</a:t>
            </a:r>
            <a:r>
              <a:rPr dirty="0" sz="2800" spc="-80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Network:</a:t>
            </a:r>
            <a:r>
              <a:rPr dirty="0" sz="2800" spc="-65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An</a:t>
            </a:r>
            <a:r>
              <a:rPr dirty="0" sz="2800" spc="-95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inspiration</a:t>
            </a:r>
            <a:r>
              <a:rPr dirty="0" sz="2800" spc="-90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from</a:t>
            </a:r>
            <a:r>
              <a:rPr dirty="0" sz="2800" spc="-110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Human</a:t>
            </a:r>
            <a:r>
              <a:rPr dirty="0" sz="2800" spc="-100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Brain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10600" y="944151"/>
            <a:ext cx="2761555" cy="124808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3000" y="3186683"/>
            <a:ext cx="2695955" cy="1694688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87011" y="3429000"/>
            <a:ext cx="2363724" cy="1696212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62053" y="1010796"/>
            <a:ext cx="2143496" cy="1105271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525791" y="1065515"/>
            <a:ext cx="3227473" cy="968579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616176" y="3814524"/>
            <a:ext cx="3276263" cy="86650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14344" y="685800"/>
            <a:ext cx="4529328" cy="3012948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4136897" y="3824478"/>
            <a:ext cx="34226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Network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neurons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3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Human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Brain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70218" y="454151"/>
            <a:ext cx="7557134" cy="5621020"/>
            <a:chOff x="770218" y="454151"/>
            <a:chExt cx="7557134" cy="562102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0218" y="454151"/>
              <a:ext cx="7412137" cy="4059936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31408" y="3459479"/>
              <a:ext cx="2395728" cy="2615183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2926841" y="598169"/>
              <a:ext cx="1049020" cy="512445"/>
            </a:xfrm>
            <a:custGeom>
              <a:avLst/>
              <a:gdLst/>
              <a:ahLst/>
              <a:cxnLst/>
              <a:rect l="l" t="t" r="r" b="b"/>
              <a:pathLst>
                <a:path w="1049020" h="512444">
                  <a:moveTo>
                    <a:pt x="1048511" y="134112"/>
                  </a:moveTo>
                  <a:lnTo>
                    <a:pt x="768095" y="512063"/>
                  </a:lnTo>
                </a:path>
                <a:path w="1049020" h="512444">
                  <a:moveTo>
                    <a:pt x="1048511" y="134112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3895471" y="3263010"/>
            <a:ext cx="7804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FF0000"/>
                </a:solidFill>
                <a:latin typeface="Calibri"/>
                <a:cs typeface="Calibri"/>
              </a:rPr>
              <a:t>Nucleus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2792729" y="2634233"/>
            <a:ext cx="1049020" cy="661670"/>
          </a:xfrm>
          <a:custGeom>
            <a:avLst/>
            <a:gdLst/>
            <a:ahLst/>
            <a:cxnLst/>
            <a:rect l="l" t="t" r="r" b="b"/>
            <a:pathLst>
              <a:path w="1049020" h="661670">
                <a:moveTo>
                  <a:pt x="1048511" y="661415"/>
                </a:moveTo>
                <a:lnTo>
                  <a:pt x="0" y="0"/>
                </a:lnTo>
              </a:path>
            </a:pathLst>
          </a:custGeom>
          <a:ln w="19050">
            <a:solidFill>
              <a:srgbClr val="4471C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3968622" y="472566"/>
            <a:ext cx="2072639" cy="11595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FF0000"/>
                </a:solidFill>
                <a:latin typeface="Calibri"/>
                <a:cs typeface="Calibri"/>
              </a:rPr>
              <a:t>Dendrites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1800">
              <a:latin typeface="Calibri"/>
              <a:cs typeface="Calibri"/>
            </a:endParaRPr>
          </a:p>
          <a:p>
            <a:pPr marL="506095">
              <a:lnSpc>
                <a:spcPct val="100000"/>
              </a:lnSpc>
            </a:pPr>
            <a:r>
              <a:rPr dirty="0" sz="1800" b="1">
                <a:solidFill>
                  <a:srgbClr val="FF0000"/>
                </a:solidFill>
                <a:latin typeface="Calibri"/>
                <a:cs typeface="Calibri"/>
              </a:rPr>
              <a:t>Cell</a:t>
            </a:r>
            <a:r>
              <a:rPr dirty="0" sz="1800" spc="-20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FF0000"/>
                </a:solidFill>
                <a:latin typeface="Calibri"/>
                <a:cs typeface="Calibri"/>
              </a:rPr>
              <a:t>Body(Soma)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1901951" y="1484566"/>
            <a:ext cx="2496185" cy="1595755"/>
            <a:chOff x="1901951" y="1484566"/>
            <a:chExt cx="2496185" cy="1595755"/>
          </a:xfrm>
        </p:grpSpPr>
        <p:sp>
          <p:nvSpPr>
            <p:cNvPr id="10" name="object 10" descr=""/>
            <p:cNvSpPr/>
            <p:nvPr/>
          </p:nvSpPr>
          <p:spPr>
            <a:xfrm>
              <a:off x="3158489" y="1498853"/>
              <a:ext cx="1225550" cy="805815"/>
            </a:xfrm>
            <a:custGeom>
              <a:avLst/>
              <a:gdLst/>
              <a:ahLst/>
              <a:cxnLst/>
              <a:rect l="l" t="t" r="r" b="b"/>
              <a:pathLst>
                <a:path w="1225550" h="805814">
                  <a:moveTo>
                    <a:pt x="1225296" y="0"/>
                  </a:moveTo>
                  <a:lnTo>
                    <a:pt x="0" y="805434"/>
                  </a:lnTo>
                </a:path>
              </a:pathLst>
            </a:custGeom>
            <a:ln w="2857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921001" y="1936241"/>
              <a:ext cx="1225550" cy="1125220"/>
            </a:xfrm>
            <a:custGeom>
              <a:avLst/>
              <a:gdLst/>
              <a:ahLst/>
              <a:cxnLst/>
              <a:rect l="l" t="t" r="r" b="b"/>
              <a:pathLst>
                <a:path w="1225550" h="1125220">
                  <a:moveTo>
                    <a:pt x="0" y="562356"/>
                  </a:moveTo>
                  <a:lnTo>
                    <a:pt x="2031" y="516225"/>
                  </a:lnTo>
                  <a:lnTo>
                    <a:pt x="8019" y="471124"/>
                  </a:lnTo>
                  <a:lnTo>
                    <a:pt x="17806" y="427195"/>
                  </a:lnTo>
                  <a:lnTo>
                    <a:pt x="31235" y="384584"/>
                  </a:lnTo>
                  <a:lnTo>
                    <a:pt x="48148" y="343435"/>
                  </a:lnTo>
                  <a:lnTo>
                    <a:pt x="68387" y="303893"/>
                  </a:lnTo>
                  <a:lnTo>
                    <a:pt x="91795" y="266103"/>
                  </a:lnTo>
                  <a:lnTo>
                    <a:pt x="118213" y="230209"/>
                  </a:lnTo>
                  <a:lnTo>
                    <a:pt x="147484" y="196355"/>
                  </a:lnTo>
                  <a:lnTo>
                    <a:pt x="179450" y="164687"/>
                  </a:lnTo>
                  <a:lnTo>
                    <a:pt x="213954" y="135348"/>
                  </a:lnTo>
                  <a:lnTo>
                    <a:pt x="250838" y="108484"/>
                  </a:lnTo>
                  <a:lnTo>
                    <a:pt x="289943" y="84239"/>
                  </a:lnTo>
                  <a:lnTo>
                    <a:pt x="331113" y="62757"/>
                  </a:lnTo>
                  <a:lnTo>
                    <a:pt x="374189" y="44184"/>
                  </a:lnTo>
                  <a:lnTo>
                    <a:pt x="419014" y="28663"/>
                  </a:lnTo>
                  <a:lnTo>
                    <a:pt x="465430" y="16340"/>
                  </a:lnTo>
                  <a:lnTo>
                    <a:pt x="513280" y="7358"/>
                  </a:lnTo>
                  <a:lnTo>
                    <a:pt x="562405" y="1863"/>
                  </a:lnTo>
                  <a:lnTo>
                    <a:pt x="612648" y="0"/>
                  </a:lnTo>
                  <a:lnTo>
                    <a:pt x="662890" y="1863"/>
                  </a:lnTo>
                  <a:lnTo>
                    <a:pt x="712015" y="7358"/>
                  </a:lnTo>
                  <a:lnTo>
                    <a:pt x="759865" y="16340"/>
                  </a:lnTo>
                  <a:lnTo>
                    <a:pt x="806281" y="28663"/>
                  </a:lnTo>
                  <a:lnTo>
                    <a:pt x="851106" y="44184"/>
                  </a:lnTo>
                  <a:lnTo>
                    <a:pt x="894182" y="62757"/>
                  </a:lnTo>
                  <a:lnTo>
                    <a:pt x="935352" y="84239"/>
                  </a:lnTo>
                  <a:lnTo>
                    <a:pt x="974457" y="108484"/>
                  </a:lnTo>
                  <a:lnTo>
                    <a:pt x="1011341" y="135348"/>
                  </a:lnTo>
                  <a:lnTo>
                    <a:pt x="1045845" y="164687"/>
                  </a:lnTo>
                  <a:lnTo>
                    <a:pt x="1077811" y="196355"/>
                  </a:lnTo>
                  <a:lnTo>
                    <a:pt x="1107082" y="230209"/>
                  </a:lnTo>
                  <a:lnTo>
                    <a:pt x="1133500" y="266103"/>
                  </a:lnTo>
                  <a:lnTo>
                    <a:pt x="1156908" y="303893"/>
                  </a:lnTo>
                  <a:lnTo>
                    <a:pt x="1177147" y="343435"/>
                  </a:lnTo>
                  <a:lnTo>
                    <a:pt x="1194060" y="384584"/>
                  </a:lnTo>
                  <a:lnTo>
                    <a:pt x="1207489" y="427195"/>
                  </a:lnTo>
                  <a:lnTo>
                    <a:pt x="1217276" y="471124"/>
                  </a:lnTo>
                  <a:lnTo>
                    <a:pt x="1223264" y="516225"/>
                  </a:lnTo>
                  <a:lnTo>
                    <a:pt x="1225296" y="562356"/>
                  </a:lnTo>
                  <a:lnTo>
                    <a:pt x="1223264" y="608486"/>
                  </a:lnTo>
                  <a:lnTo>
                    <a:pt x="1217276" y="653587"/>
                  </a:lnTo>
                  <a:lnTo>
                    <a:pt x="1207489" y="697516"/>
                  </a:lnTo>
                  <a:lnTo>
                    <a:pt x="1194060" y="740127"/>
                  </a:lnTo>
                  <a:lnTo>
                    <a:pt x="1177147" y="781276"/>
                  </a:lnTo>
                  <a:lnTo>
                    <a:pt x="1156908" y="820818"/>
                  </a:lnTo>
                  <a:lnTo>
                    <a:pt x="1133500" y="858608"/>
                  </a:lnTo>
                  <a:lnTo>
                    <a:pt x="1107082" y="894502"/>
                  </a:lnTo>
                  <a:lnTo>
                    <a:pt x="1077811" y="928356"/>
                  </a:lnTo>
                  <a:lnTo>
                    <a:pt x="1045845" y="960024"/>
                  </a:lnTo>
                  <a:lnTo>
                    <a:pt x="1011341" y="989363"/>
                  </a:lnTo>
                  <a:lnTo>
                    <a:pt x="974457" y="1016227"/>
                  </a:lnTo>
                  <a:lnTo>
                    <a:pt x="935352" y="1040472"/>
                  </a:lnTo>
                  <a:lnTo>
                    <a:pt x="894182" y="1061954"/>
                  </a:lnTo>
                  <a:lnTo>
                    <a:pt x="851106" y="1080527"/>
                  </a:lnTo>
                  <a:lnTo>
                    <a:pt x="806281" y="1096048"/>
                  </a:lnTo>
                  <a:lnTo>
                    <a:pt x="759865" y="1108371"/>
                  </a:lnTo>
                  <a:lnTo>
                    <a:pt x="712015" y="1117353"/>
                  </a:lnTo>
                  <a:lnTo>
                    <a:pt x="662890" y="1122848"/>
                  </a:lnTo>
                  <a:lnTo>
                    <a:pt x="612648" y="1124712"/>
                  </a:lnTo>
                  <a:lnTo>
                    <a:pt x="562405" y="1122848"/>
                  </a:lnTo>
                  <a:lnTo>
                    <a:pt x="513280" y="1117353"/>
                  </a:lnTo>
                  <a:lnTo>
                    <a:pt x="465430" y="1108371"/>
                  </a:lnTo>
                  <a:lnTo>
                    <a:pt x="419014" y="1096048"/>
                  </a:lnTo>
                  <a:lnTo>
                    <a:pt x="374189" y="1080527"/>
                  </a:lnTo>
                  <a:lnTo>
                    <a:pt x="331113" y="1061954"/>
                  </a:lnTo>
                  <a:lnTo>
                    <a:pt x="289943" y="1040472"/>
                  </a:lnTo>
                  <a:lnTo>
                    <a:pt x="250838" y="1016227"/>
                  </a:lnTo>
                  <a:lnTo>
                    <a:pt x="213954" y="989363"/>
                  </a:lnTo>
                  <a:lnTo>
                    <a:pt x="179450" y="960024"/>
                  </a:lnTo>
                  <a:lnTo>
                    <a:pt x="147484" y="928356"/>
                  </a:lnTo>
                  <a:lnTo>
                    <a:pt x="118213" y="894502"/>
                  </a:lnTo>
                  <a:lnTo>
                    <a:pt x="91795" y="858608"/>
                  </a:lnTo>
                  <a:lnTo>
                    <a:pt x="68387" y="820818"/>
                  </a:lnTo>
                  <a:lnTo>
                    <a:pt x="48148" y="781276"/>
                  </a:lnTo>
                  <a:lnTo>
                    <a:pt x="31235" y="740127"/>
                  </a:lnTo>
                  <a:lnTo>
                    <a:pt x="17806" y="697516"/>
                  </a:lnTo>
                  <a:lnTo>
                    <a:pt x="8019" y="653587"/>
                  </a:lnTo>
                  <a:lnTo>
                    <a:pt x="2031" y="608486"/>
                  </a:lnTo>
                  <a:lnTo>
                    <a:pt x="0" y="562356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5060441" y="2893567"/>
            <a:ext cx="5105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 b="1">
                <a:solidFill>
                  <a:srgbClr val="FF0000"/>
                </a:solidFill>
                <a:latin typeface="Calibri"/>
                <a:cs typeface="Calibri"/>
              </a:rPr>
              <a:t>Axon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5487161" y="2195322"/>
            <a:ext cx="609600" cy="769620"/>
          </a:xfrm>
          <a:custGeom>
            <a:avLst/>
            <a:gdLst/>
            <a:ahLst/>
            <a:cxnLst/>
            <a:rect l="l" t="t" r="r" b="b"/>
            <a:pathLst>
              <a:path w="609600" h="769619">
                <a:moveTo>
                  <a:pt x="0" y="769619"/>
                </a:moveTo>
                <a:lnTo>
                  <a:pt x="609600" y="0"/>
                </a:lnTo>
              </a:path>
            </a:pathLst>
          </a:custGeom>
          <a:ln w="19050">
            <a:solidFill>
              <a:srgbClr val="4471C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7893177" y="3078226"/>
            <a:ext cx="13843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0000"/>
                </a:solidFill>
                <a:latin typeface="Calibri"/>
                <a:cs typeface="Calibri"/>
              </a:rPr>
              <a:t>Axon</a:t>
            </a:r>
            <a:r>
              <a:rPr dirty="0" sz="1800" spc="-60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800" spc="-25" b="1">
                <a:solidFill>
                  <a:srgbClr val="FF0000"/>
                </a:solidFill>
                <a:latin typeface="Calibri"/>
                <a:cs typeface="Calibri"/>
              </a:rPr>
              <a:t>Terminal </a:t>
            </a:r>
            <a:r>
              <a:rPr dirty="0" sz="1800" spc="-10" b="1">
                <a:solidFill>
                  <a:srgbClr val="FF0000"/>
                </a:solidFill>
                <a:latin typeface="Calibri"/>
                <a:cs typeface="Calibri"/>
              </a:rPr>
              <a:t>(Synapses)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7293102" y="2666238"/>
            <a:ext cx="586105" cy="732790"/>
          </a:xfrm>
          <a:custGeom>
            <a:avLst/>
            <a:gdLst/>
            <a:ahLst/>
            <a:cxnLst/>
            <a:rect l="l" t="t" r="r" b="b"/>
            <a:pathLst>
              <a:path w="586104" h="732789">
                <a:moveTo>
                  <a:pt x="574040" y="617220"/>
                </a:moveTo>
                <a:lnTo>
                  <a:pt x="0" y="732282"/>
                </a:lnTo>
              </a:path>
              <a:path w="586104" h="732789">
                <a:moveTo>
                  <a:pt x="585851" y="617982"/>
                </a:moveTo>
                <a:lnTo>
                  <a:pt x="303275" y="0"/>
                </a:lnTo>
              </a:path>
            </a:pathLst>
          </a:custGeom>
          <a:ln w="19050">
            <a:solidFill>
              <a:srgbClr val="4471C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2320289" y="1936242"/>
            <a:ext cx="477520" cy="463550"/>
          </a:xfrm>
          <a:custGeom>
            <a:avLst/>
            <a:gdLst/>
            <a:ahLst/>
            <a:cxnLst/>
            <a:rect l="l" t="t" r="r" b="b"/>
            <a:pathLst>
              <a:path w="477519" h="463550">
                <a:moveTo>
                  <a:pt x="0" y="231648"/>
                </a:moveTo>
                <a:lnTo>
                  <a:pt x="4846" y="184976"/>
                </a:lnTo>
                <a:lnTo>
                  <a:pt x="18746" y="141499"/>
                </a:lnTo>
                <a:lnTo>
                  <a:pt x="40739" y="102151"/>
                </a:lnTo>
                <a:lnTo>
                  <a:pt x="69865" y="67865"/>
                </a:lnTo>
                <a:lnTo>
                  <a:pt x="105165" y="39574"/>
                </a:lnTo>
                <a:lnTo>
                  <a:pt x="145678" y="18210"/>
                </a:lnTo>
                <a:lnTo>
                  <a:pt x="190445" y="4708"/>
                </a:lnTo>
                <a:lnTo>
                  <a:pt x="238506" y="0"/>
                </a:lnTo>
                <a:lnTo>
                  <a:pt x="286566" y="4708"/>
                </a:lnTo>
                <a:lnTo>
                  <a:pt x="331333" y="18210"/>
                </a:lnTo>
                <a:lnTo>
                  <a:pt x="371846" y="39574"/>
                </a:lnTo>
                <a:lnTo>
                  <a:pt x="407146" y="67865"/>
                </a:lnTo>
                <a:lnTo>
                  <a:pt x="436272" y="102151"/>
                </a:lnTo>
                <a:lnTo>
                  <a:pt x="458265" y="141499"/>
                </a:lnTo>
                <a:lnTo>
                  <a:pt x="472165" y="184976"/>
                </a:lnTo>
                <a:lnTo>
                  <a:pt x="477012" y="231648"/>
                </a:lnTo>
                <a:lnTo>
                  <a:pt x="472165" y="278319"/>
                </a:lnTo>
                <a:lnTo>
                  <a:pt x="458265" y="321796"/>
                </a:lnTo>
                <a:lnTo>
                  <a:pt x="436272" y="361144"/>
                </a:lnTo>
                <a:lnTo>
                  <a:pt x="407146" y="395430"/>
                </a:lnTo>
                <a:lnTo>
                  <a:pt x="371846" y="423721"/>
                </a:lnTo>
                <a:lnTo>
                  <a:pt x="331333" y="445085"/>
                </a:lnTo>
                <a:lnTo>
                  <a:pt x="286566" y="458587"/>
                </a:lnTo>
                <a:lnTo>
                  <a:pt x="238506" y="463296"/>
                </a:lnTo>
                <a:lnTo>
                  <a:pt x="190445" y="458587"/>
                </a:lnTo>
                <a:lnTo>
                  <a:pt x="145678" y="445085"/>
                </a:lnTo>
                <a:lnTo>
                  <a:pt x="105165" y="423721"/>
                </a:lnTo>
                <a:lnTo>
                  <a:pt x="69865" y="395430"/>
                </a:lnTo>
                <a:lnTo>
                  <a:pt x="40739" y="361144"/>
                </a:lnTo>
                <a:lnTo>
                  <a:pt x="18746" y="321796"/>
                </a:lnTo>
                <a:lnTo>
                  <a:pt x="4846" y="278319"/>
                </a:lnTo>
                <a:lnTo>
                  <a:pt x="0" y="231648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2320289" y="2698242"/>
            <a:ext cx="477520" cy="463550"/>
          </a:xfrm>
          <a:custGeom>
            <a:avLst/>
            <a:gdLst/>
            <a:ahLst/>
            <a:cxnLst/>
            <a:rect l="l" t="t" r="r" b="b"/>
            <a:pathLst>
              <a:path w="477519" h="463550">
                <a:moveTo>
                  <a:pt x="0" y="231648"/>
                </a:moveTo>
                <a:lnTo>
                  <a:pt x="4846" y="184976"/>
                </a:lnTo>
                <a:lnTo>
                  <a:pt x="18746" y="141499"/>
                </a:lnTo>
                <a:lnTo>
                  <a:pt x="40739" y="102151"/>
                </a:lnTo>
                <a:lnTo>
                  <a:pt x="69865" y="67865"/>
                </a:lnTo>
                <a:lnTo>
                  <a:pt x="105165" y="39574"/>
                </a:lnTo>
                <a:lnTo>
                  <a:pt x="145678" y="18210"/>
                </a:lnTo>
                <a:lnTo>
                  <a:pt x="190445" y="4708"/>
                </a:lnTo>
                <a:lnTo>
                  <a:pt x="238506" y="0"/>
                </a:lnTo>
                <a:lnTo>
                  <a:pt x="286566" y="4708"/>
                </a:lnTo>
                <a:lnTo>
                  <a:pt x="331333" y="18210"/>
                </a:lnTo>
                <a:lnTo>
                  <a:pt x="371846" y="39574"/>
                </a:lnTo>
                <a:lnTo>
                  <a:pt x="407146" y="67865"/>
                </a:lnTo>
                <a:lnTo>
                  <a:pt x="436272" y="102151"/>
                </a:lnTo>
                <a:lnTo>
                  <a:pt x="458265" y="141499"/>
                </a:lnTo>
                <a:lnTo>
                  <a:pt x="472165" y="184976"/>
                </a:lnTo>
                <a:lnTo>
                  <a:pt x="477012" y="231648"/>
                </a:lnTo>
                <a:lnTo>
                  <a:pt x="472165" y="278319"/>
                </a:lnTo>
                <a:lnTo>
                  <a:pt x="458265" y="321796"/>
                </a:lnTo>
                <a:lnTo>
                  <a:pt x="436272" y="361144"/>
                </a:lnTo>
                <a:lnTo>
                  <a:pt x="407146" y="395430"/>
                </a:lnTo>
                <a:lnTo>
                  <a:pt x="371846" y="423721"/>
                </a:lnTo>
                <a:lnTo>
                  <a:pt x="331333" y="445085"/>
                </a:lnTo>
                <a:lnTo>
                  <a:pt x="286566" y="458587"/>
                </a:lnTo>
                <a:lnTo>
                  <a:pt x="238506" y="463296"/>
                </a:lnTo>
                <a:lnTo>
                  <a:pt x="190445" y="458587"/>
                </a:lnTo>
                <a:lnTo>
                  <a:pt x="145678" y="445085"/>
                </a:lnTo>
                <a:lnTo>
                  <a:pt x="105165" y="423721"/>
                </a:lnTo>
                <a:lnTo>
                  <a:pt x="69865" y="395430"/>
                </a:lnTo>
                <a:lnTo>
                  <a:pt x="40739" y="361144"/>
                </a:lnTo>
                <a:lnTo>
                  <a:pt x="18746" y="321796"/>
                </a:lnTo>
                <a:lnTo>
                  <a:pt x="4846" y="278319"/>
                </a:lnTo>
                <a:lnTo>
                  <a:pt x="0" y="231648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2326385" y="3399282"/>
            <a:ext cx="477520" cy="464820"/>
          </a:xfrm>
          <a:custGeom>
            <a:avLst/>
            <a:gdLst/>
            <a:ahLst/>
            <a:cxnLst/>
            <a:rect l="l" t="t" r="r" b="b"/>
            <a:pathLst>
              <a:path w="477519" h="464820">
                <a:moveTo>
                  <a:pt x="0" y="232409"/>
                </a:moveTo>
                <a:lnTo>
                  <a:pt x="4846" y="185559"/>
                </a:lnTo>
                <a:lnTo>
                  <a:pt x="18746" y="141928"/>
                </a:lnTo>
                <a:lnTo>
                  <a:pt x="40739" y="102449"/>
                </a:lnTo>
                <a:lnTo>
                  <a:pt x="69865" y="68056"/>
                </a:lnTo>
                <a:lnTo>
                  <a:pt x="105165" y="39681"/>
                </a:lnTo>
                <a:lnTo>
                  <a:pt x="145678" y="18258"/>
                </a:lnTo>
                <a:lnTo>
                  <a:pt x="190445" y="4720"/>
                </a:lnTo>
                <a:lnTo>
                  <a:pt x="238506" y="0"/>
                </a:lnTo>
                <a:lnTo>
                  <a:pt x="286566" y="4720"/>
                </a:lnTo>
                <a:lnTo>
                  <a:pt x="331333" y="18258"/>
                </a:lnTo>
                <a:lnTo>
                  <a:pt x="371846" y="39681"/>
                </a:lnTo>
                <a:lnTo>
                  <a:pt x="407146" y="68056"/>
                </a:lnTo>
                <a:lnTo>
                  <a:pt x="436272" y="102449"/>
                </a:lnTo>
                <a:lnTo>
                  <a:pt x="458265" y="141928"/>
                </a:lnTo>
                <a:lnTo>
                  <a:pt x="472165" y="185559"/>
                </a:lnTo>
                <a:lnTo>
                  <a:pt x="477012" y="232409"/>
                </a:lnTo>
                <a:lnTo>
                  <a:pt x="472165" y="279260"/>
                </a:lnTo>
                <a:lnTo>
                  <a:pt x="458265" y="322891"/>
                </a:lnTo>
                <a:lnTo>
                  <a:pt x="436272" y="362370"/>
                </a:lnTo>
                <a:lnTo>
                  <a:pt x="407146" y="396763"/>
                </a:lnTo>
                <a:lnTo>
                  <a:pt x="371846" y="425138"/>
                </a:lnTo>
                <a:lnTo>
                  <a:pt x="331333" y="446561"/>
                </a:lnTo>
                <a:lnTo>
                  <a:pt x="286566" y="460099"/>
                </a:lnTo>
                <a:lnTo>
                  <a:pt x="238506" y="464819"/>
                </a:lnTo>
                <a:lnTo>
                  <a:pt x="190445" y="460099"/>
                </a:lnTo>
                <a:lnTo>
                  <a:pt x="145678" y="446561"/>
                </a:lnTo>
                <a:lnTo>
                  <a:pt x="105165" y="425138"/>
                </a:lnTo>
                <a:lnTo>
                  <a:pt x="69865" y="396763"/>
                </a:lnTo>
                <a:lnTo>
                  <a:pt x="40739" y="362370"/>
                </a:lnTo>
                <a:lnTo>
                  <a:pt x="18746" y="322891"/>
                </a:lnTo>
                <a:lnTo>
                  <a:pt x="4846" y="279260"/>
                </a:lnTo>
                <a:lnTo>
                  <a:pt x="0" y="232409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4181094" y="1544574"/>
            <a:ext cx="478790" cy="463550"/>
          </a:xfrm>
          <a:custGeom>
            <a:avLst/>
            <a:gdLst/>
            <a:ahLst/>
            <a:cxnLst/>
            <a:rect l="l" t="t" r="r" b="b"/>
            <a:pathLst>
              <a:path w="478789" h="463550">
                <a:moveTo>
                  <a:pt x="0" y="231648"/>
                </a:moveTo>
                <a:lnTo>
                  <a:pt x="4858" y="184976"/>
                </a:lnTo>
                <a:lnTo>
                  <a:pt x="18794" y="141499"/>
                </a:lnTo>
                <a:lnTo>
                  <a:pt x="40846" y="102151"/>
                </a:lnTo>
                <a:lnTo>
                  <a:pt x="70056" y="67865"/>
                </a:lnTo>
                <a:lnTo>
                  <a:pt x="105463" y="39574"/>
                </a:lnTo>
                <a:lnTo>
                  <a:pt x="146107" y="18210"/>
                </a:lnTo>
                <a:lnTo>
                  <a:pt x="191029" y="4708"/>
                </a:lnTo>
                <a:lnTo>
                  <a:pt x="239267" y="0"/>
                </a:lnTo>
                <a:lnTo>
                  <a:pt x="287506" y="4708"/>
                </a:lnTo>
                <a:lnTo>
                  <a:pt x="332428" y="18210"/>
                </a:lnTo>
                <a:lnTo>
                  <a:pt x="373072" y="39574"/>
                </a:lnTo>
                <a:lnTo>
                  <a:pt x="408479" y="67865"/>
                </a:lnTo>
                <a:lnTo>
                  <a:pt x="437689" y="102151"/>
                </a:lnTo>
                <a:lnTo>
                  <a:pt x="459741" y="141499"/>
                </a:lnTo>
                <a:lnTo>
                  <a:pt x="473677" y="184976"/>
                </a:lnTo>
                <a:lnTo>
                  <a:pt x="478535" y="231648"/>
                </a:lnTo>
                <a:lnTo>
                  <a:pt x="473677" y="278319"/>
                </a:lnTo>
                <a:lnTo>
                  <a:pt x="459741" y="321796"/>
                </a:lnTo>
                <a:lnTo>
                  <a:pt x="437689" y="361144"/>
                </a:lnTo>
                <a:lnTo>
                  <a:pt x="408479" y="395430"/>
                </a:lnTo>
                <a:lnTo>
                  <a:pt x="373072" y="423721"/>
                </a:lnTo>
                <a:lnTo>
                  <a:pt x="332428" y="445085"/>
                </a:lnTo>
                <a:lnTo>
                  <a:pt x="287506" y="458587"/>
                </a:lnTo>
                <a:lnTo>
                  <a:pt x="239267" y="463296"/>
                </a:lnTo>
                <a:lnTo>
                  <a:pt x="191029" y="458587"/>
                </a:lnTo>
                <a:lnTo>
                  <a:pt x="146107" y="445085"/>
                </a:lnTo>
                <a:lnTo>
                  <a:pt x="105463" y="423721"/>
                </a:lnTo>
                <a:lnTo>
                  <a:pt x="70056" y="395430"/>
                </a:lnTo>
                <a:lnTo>
                  <a:pt x="40846" y="361144"/>
                </a:lnTo>
                <a:lnTo>
                  <a:pt x="18794" y="321796"/>
                </a:lnTo>
                <a:lnTo>
                  <a:pt x="4858" y="278319"/>
                </a:lnTo>
                <a:lnTo>
                  <a:pt x="0" y="231648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4194809" y="2346198"/>
            <a:ext cx="477520" cy="463550"/>
          </a:xfrm>
          <a:custGeom>
            <a:avLst/>
            <a:gdLst/>
            <a:ahLst/>
            <a:cxnLst/>
            <a:rect l="l" t="t" r="r" b="b"/>
            <a:pathLst>
              <a:path w="477520" h="463550">
                <a:moveTo>
                  <a:pt x="0" y="231648"/>
                </a:moveTo>
                <a:lnTo>
                  <a:pt x="4846" y="184976"/>
                </a:lnTo>
                <a:lnTo>
                  <a:pt x="18746" y="141499"/>
                </a:lnTo>
                <a:lnTo>
                  <a:pt x="40739" y="102151"/>
                </a:lnTo>
                <a:lnTo>
                  <a:pt x="69865" y="67865"/>
                </a:lnTo>
                <a:lnTo>
                  <a:pt x="105165" y="39574"/>
                </a:lnTo>
                <a:lnTo>
                  <a:pt x="145678" y="18210"/>
                </a:lnTo>
                <a:lnTo>
                  <a:pt x="190445" y="4708"/>
                </a:lnTo>
                <a:lnTo>
                  <a:pt x="238505" y="0"/>
                </a:lnTo>
                <a:lnTo>
                  <a:pt x="286566" y="4708"/>
                </a:lnTo>
                <a:lnTo>
                  <a:pt x="331333" y="18210"/>
                </a:lnTo>
                <a:lnTo>
                  <a:pt x="371846" y="39574"/>
                </a:lnTo>
                <a:lnTo>
                  <a:pt x="407146" y="67865"/>
                </a:lnTo>
                <a:lnTo>
                  <a:pt x="436272" y="102151"/>
                </a:lnTo>
                <a:lnTo>
                  <a:pt x="458265" y="141499"/>
                </a:lnTo>
                <a:lnTo>
                  <a:pt x="472165" y="184976"/>
                </a:lnTo>
                <a:lnTo>
                  <a:pt x="477012" y="231648"/>
                </a:lnTo>
                <a:lnTo>
                  <a:pt x="472165" y="278319"/>
                </a:lnTo>
                <a:lnTo>
                  <a:pt x="458265" y="321796"/>
                </a:lnTo>
                <a:lnTo>
                  <a:pt x="436272" y="361144"/>
                </a:lnTo>
                <a:lnTo>
                  <a:pt x="407146" y="395430"/>
                </a:lnTo>
                <a:lnTo>
                  <a:pt x="371846" y="423721"/>
                </a:lnTo>
                <a:lnTo>
                  <a:pt x="331333" y="445085"/>
                </a:lnTo>
                <a:lnTo>
                  <a:pt x="286566" y="458587"/>
                </a:lnTo>
                <a:lnTo>
                  <a:pt x="238505" y="463296"/>
                </a:lnTo>
                <a:lnTo>
                  <a:pt x="190445" y="458587"/>
                </a:lnTo>
                <a:lnTo>
                  <a:pt x="145678" y="445085"/>
                </a:lnTo>
                <a:lnTo>
                  <a:pt x="105165" y="423721"/>
                </a:lnTo>
                <a:lnTo>
                  <a:pt x="69865" y="395430"/>
                </a:lnTo>
                <a:lnTo>
                  <a:pt x="40739" y="361144"/>
                </a:lnTo>
                <a:lnTo>
                  <a:pt x="18746" y="321796"/>
                </a:lnTo>
                <a:lnTo>
                  <a:pt x="4846" y="278319"/>
                </a:lnTo>
                <a:lnTo>
                  <a:pt x="0" y="231648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4194809" y="3094482"/>
            <a:ext cx="477520" cy="464820"/>
          </a:xfrm>
          <a:custGeom>
            <a:avLst/>
            <a:gdLst/>
            <a:ahLst/>
            <a:cxnLst/>
            <a:rect l="l" t="t" r="r" b="b"/>
            <a:pathLst>
              <a:path w="477520" h="464820">
                <a:moveTo>
                  <a:pt x="0" y="232409"/>
                </a:moveTo>
                <a:lnTo>
                  <a:pt x="4846" y="185559"/>
                </a:lnTo>
                <a:lnTo>
                  <a:pt x="18746" y="141928"/>
                </a:lnTo>
                <a:lnTo>
                  <a:pt x="40739" y="102449"/>
                </a:lnTo>
                <a:lnTo>
                  <a:pt x="69865" y="68056"/>
                </a:lnTo>
                <a:lnTo>
                  <a:pt x="105165" y="39681"/>
                </a:lnTo>
                <a:lnTo>
                  <a:pt x="145678" y="18258"/>
                </a:lnTo>
                <a:lnTo>
                  <a:pt x="190445" y="4720"/>
                </a:lnTo>
                <a:lnTo>
                  <a:pt x="238505" y="0"/>
                </a:lnTo>
                <a:lnTo>
                  <a:pt x="286566" y="4720"/>
                </a:lnTo>
                <a:lnTo>
                  <a:pt x="331333" y="18258"/>
                </a:lnTo>
                <a:lnTo>
                  <a:pt x="371846" y="39681"/>
                </a:lnTo>
                <a:lnTo>
                  <a:pt x="407146" y="68056"/>
                </a:lnTo>
                <a:lnTo>
                  <a:pt x="436272" y="102449"/>
                </a:lnTo>
                <a:lnTo>
                  <a:pt x="458265" y="141928"/>
                </a:lnTo>
                <a:lnTo>
                  <a:pt x="472165" y="185559"/>
                </a:lnTo>
                <a:lnTo>
                  <a:pt x="477012" y="232409"/>
                </a:lnTo>
                <a:lnTo>
                  <a:pt x="472165" y="279260"/>
                </a:lnTo>
                <a:lnTo>
                  <a:pt x="458265" y="322891"/>
                </a:lnTo>
                <a:lnTo>
                  <a:pt x="436272" y="362370"/>
                </a:lnTo>
                <a:lnTo>
                  <a:pt x="407146" y="396763"/>
                </a:lnTo>
                <a:lnTo>
                  <a:pt x="371846" y="425138"/>
                </a:lnTo>
                <a:lnTo>
                  <a:pt x="331333" y="446561"/>
                </a:lnTo>
                <a:lnTo>
                  <a:pt x="286566" y="460099"/>
                </a:lnTo>
                <a:lnTo>
                  <a:pt x="238505" y="464819"/>
                </a:lnTo>
                <a:lnTo>
                  <a:pt x="190445" y="460099"/>
                </a:lnTo>
                <a:lnTo>
                  <a:pt x="145678" y="446561"/>
                </a:lnTo>
                <a:lnTo>
                  <a:pt x="105165" y="425138"/>
                </a:lnTo>
                <a:lnTo>
                  <a:pt x="69865" y="396763"/>
                </a:lnTo>
                <a:lnTo>
                  <a:pt x="40739" y="362370"/>
                </a:lnTo>
                <a:lnTo>
                  <a:pt x="18746" y="322891"/>
                </a:lnTo>
                <a:lnTo>
                  <a:pt x="4846" y="279260"/>
                </a:lnTo>
                <a:lnTo>
                  <a:pt x="0" y="232409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4194809" y="3793997"/>
            <a:ext cx="477520" cy="464820"/>
          </a:xfrm>
          <a:custGeom>
            <a:avLst/>
            <a:gdLst/>
            <a:ahLst/>
            <a:cxnLst/>
            <a:rect l="l" t="t" r="r" b="b"/>
            <a:pathLst>
              <a:path w="477520" h="464820">
                <a:moveTo>
                  <a:pt x="0" y="232409"/>
                </a:moveTo>
                <a:lnTo>
                  <a:pt x="4846" y="185559"/>
                </a:lnTo>
                <a:lnTo>
                  <a:pt x="18746" y="141928"/>
                </a:lnTo>
                <a:lnTo>
                  <a:pt x="40739" y="102449"/>
                </a:lnTo>
                <a:lnTo>
                  <a:pt x="69865" y="68056"/>
                </a:lnTo>
                <a:lnTo>
                  <a:pt x="105165" y="39681"/>
                </a:lnTo>
                <a:lnTo>
                  <a:pt x="145678" y="18258"/>
                </a:lnTo>
                <a:lnTo>
                  <a:pt x="190445" y="4720"/>
                </a:lnTo>
                <a:lnTo>
                  <a:pt x="238505" y="0"/>
                </a:lnTo>
                <a:lnTo>
                  <a:pt x="286566" y="4720"/>
                </a:lnTo>
                <a:lnTo>
                  <a:pt x="331333" y="18258"/>
                </a:lnTo>
                <a:lnTo>
                  <a:pt x="371846" y="39681"/>
                </a:lnTo>
                <a:lnTo>
                  <a:pt x="407146" y="68056"/>
                </a:lnTo>
                <a:lnTo>
                  <a:pt x="436272" y="102449"/>
                </a:lnTo>
                <a:lnTo>
                  <a:pt x="458265" y="141928"/>
                </a:lnTo>
                <a:lnTo>
                  <a:pt x="472165" y="185559"/>
                </a:lnTo>
                <a:lnTo>
                  <a:pt x="477012" y="232409"/>
                </a:lnTo>
                <a:lnTo>
                  <a:pt x="472165" y="279260"/>
                </a:lnTo>
                <a:lnTo>
                  <a:pt x="458265" y="322891"/>
                </a:lnTo>
                <a:lnTo>
                  <a:pt x="436272" y="362370"/>
                </a:lnTo>
                <a:lnTo>
                  <a:pt x="407146" y="396763"/>
                </a:lnTo>
                <a:lnTo>
                  <a:pt x="371846" y="425138"/>
                </a:lnTo>
                <a:lnTo>
                  <a:pt x="331333" y="446561"/>
                </a:lnTo>
                <a:lnTo>
                  <a:pt x="286566" y="460099"/>
                </a:lnTo>
                <a:lnTo>
                  <a:pt x="238505" y="464819"/>
                </a:lnTo>
                <a:lnTo>
                  <a:pt x="190445" y="460099"/>
                </a:lnTo>
                <a:lnTo>
                  <a:pt x="145678" y="446561"/>
                </a:lnTo>
                <a:lnTo>
                  <a:pt x="105165" y="425138"/>
                </a:lnTo>
                <a:lnTo>
                  <a:pt x="69865" y="396763"/>
                </a:lnTo>
                <a:lnTo>
                  <a:pt x="40739" y="362370"/>
                </a:lnTo>
                <a:lnTo>
                  <a:pt x="18746" y="322891"/>
                </a:lnTo>
                <a:lnTo>
                  <a:pt x="4846" y="279260"/>
                </a:lnTo>
                <a:lnTo>
                  <a:pt x="0" y="232409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6096761" y="2393442"/>
            <a:ext cx="477520" cy="463550"/>
          </a:xfrm>
          <a:custGeom>
            <a:avLst/>
            <a:gdLst/>
            <a:ahLst/>
            <a:cxnLst/>
            <a:rect l="l" t="t" r="r" b="b"/>
            <a:pathLst>
              <a:path w="477520" h="463550">
                <a:moveTo>
                  <a:pt x="0" y="231648"/>
                </a:moveTo>
                <a:lnTo>
                  <a:pt x="4846" y="184976"/>
                </a:lnTo>
                <a:lnTo>
                  <a:pt x="18746" y="141499"/>
                </a:lnTo>
                <a:lnTo>
                  <a:pt x="40739" y="102151"/>
                </a:lnTo>
                <a:lnTo>
                  <a:pt x="69865" y="67865"/>
                </a:lnTo>
                <a:lnTo>
                  <a:pt x="105165" y="39574"/>
                </a:lnTo>
                <a:lnTo>
                  <a:pt x="145678" y="18210"/>
                </a:lnTo>
                <a:lnTo>
                  <a:pt x="190445" y="4708"/>
                </a:lnTo>
                <a:lnTo>
                  <a:pt x="238505" y="0"/>
                </a:lnTo>
                <a:lnTo>
                  <a:pt x="286566" y="4708"/>
                </a:lnTo>
                <a:lnTo>
                  <a:pt x="331333" y="18210"/>
                </a:lnTo>
                <a:lnTo>
                  <a:pt x="371846" y="39574"/>
                </a:lnTo>
                <a:lnTo>
                  <a:pt x="407146" y="67865"/>
                </a:lnTo>
                <a:lnTo>
                  <a:pt x="436272" y="102151"/>
                </a:lnTo>
                <a:lnTo>
                  <a:pt x="458265" y="141499"/>
                </a:lnTo>
                <a:lnTo>
                  <a:pt x="472165" y="184976"/>
                </a:lnTo>
                <a:lnTo>
                  <a:pt x="477012" y="231648"/>
                </a:lnTo>
                <a:lnTo>
                  <a:pt x="472165" y="278319"/>
                </a:lnTo>
                <a:lnTo>
                  <a:pt x="458265" y="321796"/>
                </a:lnTo>
                <a:lnTo>
                  <a:pt x="436272" y="361144"/>
                </a:lnTo>
                <a:lnTo>
                  <a:pt x="407146" y="395430"/>
                </a:lnTo>
                <a:lnTo>
                  <a:pt x="371846" y="423721"/>
                </a:lnTo>
                <a:lnTo>
                  <a:pt x="331333" y="445085"/>
                </a:lnTo>
                <a:lnTo>
                  <a:pt x="286566" y="458587"/>
                </a:lnTo>
                <a:lnTo>
                  <a:pt x="238505" y="463296"/>
                </a:lnTo>
                <a:lnTo>
                  <a:pt x="190445" y="458587"/>
                </a:lnTo>
                <a:lnTo>
                  <a:pt x="145678" y="445085"/>
                </a:lnTo>
                <a:lnTo>
                  <a:pt x="105165" y="423721"/>
                </a:lnTo>
                <a:lnTo>
                  <a:pt x="69865" y="395430"/>
                </a:lnTo>
                <a:lnTo>
                  <a:pt x="40739" y="361144"/>
                </a:lnTo>
                <a:lnTo>
                  <a:pt x="18746" y="321796"/>
                </a:lnTo>
                <a:lnTo>
                  <a:pt x="4846" y="278319"/>
                </a:lnTo>
                <a:lnTo>
                  <a:pt x="0" y="231648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6102858" y="3094482"/>
            <a:ext cx="477520" cy="464820"/>
          </a:xfrm>
          <a:custGeom>
            <a:avLst/>
            <a:gdLst/>
            <a:ahLst/>
            <a:cxnLst/>
            <a:rect l="l" t="t" r="r" b="b"/>
            <a:pathLst>
              <a:path w="477520" h="464820">
                <a:moveTo>
                  <a:pt x="0" y="232409"/>
                </a:moveTo>
                <a:lnTo>
                  <a:pt x="4846" y="185559"/>
                </a:lnTo>
                <a:lnTo>
                  <a:pt x="18746" y="141928"/>
                </a:lnTo>
                <a:lnTo>
                  <a:pt x="40739" y="102449"/>
                </a:lnTo>
                <a:lnTo>
                  <a:pt x="69865" y="68056"/>
                </a:lnTo>
                <a:lnTo>
                  <a:pt x="105165" y="39681"/>
                </a:lnTo>
                <a:lnTo>
                  <a:pt x="145678" y="18258"/>
                </a:lnTo>
                <a:lnTo>
                  <a:pt x="190445" y="4720"/>
                </a:lnTo>
                <a:lnTo>
                  <a:pt x="238505" y="0"/>
                </a:lnTo>
                <a:lnTo>
                  <a:pt x="286566" y="4720"/>
                </a:lnTo>
                <a:lnTo>
                  <a:pt x="331333" y="18258"/>
                </a:lnTo>
                <a:lnTo>
                  <a:pt x="371846" y="39681"/>
                </a:lnTo>
                <a:lnTo>
                  <a:pt x="407146" y="68056"/>
                </a:lnTo>
                <a:lnTo>
                  <a:pt x="436272" y="102449"/>
                </a:lnTo>
                <a:lnTo>
                  <a:pt x="458265" y="141928"/>
                </a:lnTo>
                <a:lnTo>
                  <a:pt x="472165" y="185559"/>
                </a:lnTo>
                <a:lnTo>
                  <a:pt x="477012" y="232409"/>
                </a:lnTo>
                <a:lnTo>
                  <a:pt x="472165" y="279260"/>
                </a:lnTo>
                <a:lnTo>
                  <a:pt x="458265" y="322891"/>
                </a:lnTo>
                <a:lnTo>
                  <a:pt x="436272" y="362370"/>
                </a:lnTo>
                <a:lnTo>
                  <a:pt x="407146" y="396763"/>
                </a:lnTo>
                <a:lnTo>
                  <a:pt x="371846" y="425138"/>
                </a:lnTo>
                <a:lnTo>
                  <a:pt x="331333" y="446561"/>
                </a:lnTo>
                <a:lnTo>
                  <a:pt x="286566" y="460099"/>
                </a:lnTo>
                <a:lnTo>
                  <a:pt x="238505" y="464819"/>
                </a:lnTo>
                <a:lnTo>
                  <a:pt x="190445" y="460099"/>
                </a:lnTo>
                <a:lnTo>
                  <a:pt x="145678" y="446561"/>
                </a:lnTo>
                <a:lnTo>
                  <a:pt x="105165" y="425138"/>
                </a:lnTo>
                <a:lnTo>
                  <a:pt x="69865" y="396763"/>
                </a:lnTo>
                <a:lnTo>
                  <a:pt x="40739" y="362370"/>
                </a:lnTo>
                <a:lnTo>
                  <a:pt x="18746" y="322891"/>
                </a:lnTo>
                <a:lnTo>
                  <a:pt x="4846" y="279260"/>
                </a:lnTo>
                <a:lnTo>
                  <a:pt x="0" y="232409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2791714" y="1759457"/>
            <a:ext cx="1473200" cy="2282825"/>
          </a:xfrm>
          <a:custGeom>
            <a:avLst/>
            <a:gdLst/>
            <a:ahLst/>
            <a:cxnLst/>
            <a:rect l="l" t="t" r="r" b="b"/>
            <a:pathLst>
              <a:path w="1473200" h="2282825">
                <a:moveTo>
                  <a:pt x="1472819" y="2102866"/>
                </a:moveTo>
                <a:lnTo>
                  <a:pt x="1461617" y="2059051"/>
                </a:lnTo>
                <a:lnTo>
                  <a:pt x="1451737" y="2020316"/>
                </a:lnTo>
                <a:lnTo>
                  <a:pt x="1432928" y="2036597"/>
                </a:lnTo>
                <a:lnTo>
                  <a:pt x="1428877" y="2029841"/>
                </a:lnTo>
                <a:lnTo>
                  <a:pt x="1424241" y="2037130"/>
                </a:lnTo>
                <a:lnTo>
                  <a:pt x="1417154" y="2028952"/>
                </a:lnTo>
                <a:lnTo>
                  <a:pt x="1417154" y="2048319"/>
                </a:lnTo>
                <a:lnTo>
                  <a:pt x="1414411" y="2052637"/>
                </a:lnTo>
                <a:lnTo>
                  <a:pt x="1410728" y="2055812"/>
                </a:lnTo>
                <a:lnTo>
                  <a:pt x="844804" y="1696110"/>
                </a:lnTo>
                <a:lnTo>
                  <a:pt x="1069492" y="1646885"/>
                </a:lnTo>
                <a:lnTo>
                  <a:pt x="1417154" y="2048319"/>
                </a:lnTo>
                <a:lnTo>
                  <a:pt x="1417154" y="2028952"/>
                </a:lnTo>
                <a:lnTo>
                  <a:pt x="1083627" y="1643799"/>
                </a:lnTo>
                <a:lnTo>
                  <a:pt x="1329347" y="1589963"/>
                </a:lnTo>
                <a:lnTo>
                  <a:pt x="1336167" y="1620901"/>
                </a:lnTo>
                <a:lnTo>
                  <a:pt x="1393317" y="1574800"/>
                </a:lnTo>
                <a:lnTo>
                  <a:pt x="1402461" y="1567434"/>
                </a:lnTo>
                <a:lnTo>
                  <a:pt x="1402092" y="1567345"/>
                </a:lnTo>
                <a:lnTo>
                  <a:pt x="1402969" y="1567180"/>
                </a:lnTo>
                <a:lnTo>
                  <a:pt x="1387271" y="1531620"/>
                </a:lnTo>
                <a:lnTo>
                  <a:pt x="1368552" y="1489202"/>
                </a:lnTo>
                <a:lnTo>
                  <a:pt x="1348270" y="1513662"/>
                </a:lnTo>
                <a:lnTo>
                  <a:pt x="1336954" y="1504289"/>
                </a:lnTo>
                <a:lnTo>
                  <a:pt x="1336954" y="1520812"/>
                </a:lnTo>
                <a:lnTo>
                  <a:pt x="1334147" y="1530692"/>
                </a:lnTo>
                <a:lnTo>
                  <a:pt x="1327137" y="1539163"/>
                </a:lnTo>
                <a:lnTo>
                  <a:pt x="1324089" y="1538300"/>
                </a:lnTo>
                <a:lnTo>
                  <a:pt x="1324089" y="1566087"/>
                </a:lnTo>
                <a:lnTo>
                  <a:pt x="1320469" y="1578851"/>
                </a:lnTo>
                <a:lnTo>
                  <a:pt x="1074115" y="1632813"/>
                </a:lnTo>
                <a:lnTo>
                  <a:pt x="1059992" y="1616506"/>
                </a:lnTo>
                <a:lnTo>
                  <a:pt x="1059992" y="1635912"/>
                </a:lnTo>
                <a:lnTo>
                  <a:pt x="829525" y="1686394"/>
                </a:lnTo>
                <a:lnTo>
                  <a:pt x="811847" y="1675168"/>
                </a:lnTo>
                <a:lnTo>
                  <a:pt x="811847" y="1690268"/>
                </a:lnTo>
                <a:lnTo>
                  <a:pt x="42024" y="1858899"/>
                </a:lnTo>
                <a:lnTo>
                  <a:pt x="542950" y="1519313"/>
                </a:lnTo>
                <a:lnTo>
                  <a:pt x="811847" y="1690268"/>
                </a:lnTo>
                <a:lnTo>
                  <a:pt x="811847" y="1675168"/>
                </a:lnTo>
                <a:lnTo>
                  <a:pt x="554431" y="1511528"/>
                </a:lnTo>
                <a:lnTo>
                  <a:pt x="740371" y="1385481"/>
                </a:lnTo>
                <a:lnTo>
                  <a:pt x="876681" y="1424228"/>
                </a:lnTo>
                <a:lnTo>
                  <a:pt x="1059992" y="1635912"/>
                </a:lnTo>
                <a:lnTo>
                  <a:pt x="1059992" y="1616506"/>
                </a:lnTo>
                <a:lnTo>
                  <a:pt x="899007" y="1430578"/>
                </a:lnTo>
                <a:lnTo>
                  <a:pt x="1320660" y="1550492"/>
                </a:lnTo>
                <a:lnTo>
                  <a:pt x="1324089" y="1566087"/>
                </a:lnTo>
                <a:lnTo>
                  <a:pt x="1324089" y="1538300"/>
                </a:lnTo>
                <a:lnTo>
                  <a:pt x="883869" y="1413090"/>
                </a:lnTo>
                <a:lnTo>
                  <a:pt x="861529" y="1387297"/>
                </a:lnTo>
                <a:lnTo>
                  <a:pt x="861529" y="1406740"/>
                </a:lnTo>
                <a:lnTo>
                  <a:pt x="754075" y="1376184"/>
                </a:lnTo>
                <a:lnTo>
                  <a:pt x="805103" y="1341602"/>
                </a:lnTo>
                <a:lnTo>
                  <a:pt x="861529" y="1406740"/>
                </a:lnTo>
                <a:lnTo>
                  <a:pt x="861529" y="1387297"/>
                </a:lnTo>
                <a:lnTo>
                  <a:pt x="815721" y="1334401"/>
                </a:lnTo>
                <a:lnTo>
                  <a:pt x="978852" y="1223810"/>
                </a:lnTo>
                <a:lnTo>
                  <a:pt x="1336954" y="1520812"/>
                </a:lnTo>
                <a:lnTo>
                  <a:pt x="1336954" y="1504289"/>
                </a:lnTo>
                <a:lnTo>
                  <a:pt x="989799" y="1216393"/>
                </a:lnTo>
                <a:lnTo>
                  <a:pt x="1329626" y="986015"/>
                </a:lnTo>
                <a:lnTo>
                  <a:pt x="1347470" y="1012317"/>
                </a:lnTo>
                <a:lnTo>
                  <a:pt x="1372095" y="968375"/>
                </a:lnTo>
                <a:lnTo>
                  <a:pt x="1389126" y="938022"/>
                </a:lnTo>
                <a:lnTo>
                  <a:pt x="1304671" y="949198"/>
                </a:lnTo>
                <a:lnTo>
                  <a:pt x="1322489" y="975499"/>
                </a:lnTo>
                <a:lnTo>
                  <a:pt x="979614" y="1207935"/>
                </a:lnTo>
                <a:lnTo>
                  <a:pt x="968667" y="1198867"/>
                </a:lnTo>
                <a:lnTo>
                  <a:pt x="968667" y="1215364"/>
                </a:lnTo>
                <a:lnTo>
                  <a:pt x="807339" y="1324724"/>
                </a:lnTo>
                <a:lnTo>
                  <a:pt x="796721" y="1312468"/>
                </a:lnTo>
                <a:lnTo>
                  <a:pt x="796721" y="1331925"/>
                </a:lnTo>
                <a:lnTo>
                  <a:pt x="738111" y="1371650"/>
                </a:lnTo>
                <a:lnTo>
                  <a:pt x="724420" y="1367764"/>
                </a:lnTo>
                <a:lnTo>
                  <a:pt x="724420" y="1380934"/>
                </a:lnTo>
                <a:lnTo>
                  <a:pt x="542734" y="1504099"/>
                </a:lnTo>
                <a:lnTo>
                  <a:pt x="531266" y="1496809"/>
                </a:lnTo>
                <a:lnTo>
                  <a:pt x="531266" y="1511884"/>
                </a:lnTo>
                <a:lnTo>
                  <a:pt x="39408" y="1845310"/>
                </a:lnTo>
                <a:lnTo>
                  <a:pt x="380695" y="1416151"/>
                </a:lnTo>
                <a:lnTo>
                  <a:pt x="531266" y="1511884"/>
                </a:lnTo>
                <a:lnTo>
                  <a:pt x="531266" y="1496809"/>
                </a:lnTo>
                <a:lnTo>
                  <a:pt x="388645" y="1406144"/>
                </a:lnTo>
                <a:lnTo>
                  <a:pt x="466928" y="1307706"/>
                </a:lnTo>
                <a:lnTo>
                  <a:pt x="724420" y="1380934"/>
                </a:lnTo>
                <a:lnTo>
                  <a:pt x="724420" y="1367764"/>
                </a:lnTo>
                <a:lnTo>
                  <a:pt x="475488" y="1296949"/>
                </a:lnTo>
                <a:lnTo>
                  <a:pt x="614768" y="1121803"/>
                </a:lnTo>
                <a:lnTo>
                  <a:pt x="796721" y="1331925"/>
                </a:lnTo>
                <a:lnTo>
                  <a:pt x="796721" y="1312468"/>
                </a:lnTo>
                <a:lnTo>
                  <a:pt x="622846" y="1111656"/>
                </a:lnTo>
                <a:lnTo>
                  <a:pt x="710603" y="1001306"/>
                </a:lnTo>
                <a:lnTo>
                  <a:pt x="968667" y="1215364"/>
                </a:lnTo>
                <a:lnTo>
                  <a:pt x="968667" y="1198867"/>
                </a:lnTo>
                <a:lnTo>
                  <a:pt x="722858" y="994994"/>
                </a:lnTo>
                <a:lnTo>
                  <a:pt x="1330591" y="842314"/>
                </a:lnTo>
                <a:lnTo>
                  <a:pt x="1338326" y="873125"/>
                </a:lnTo>
                <a:lnTo>
                  <a:pt x="1392161" y="826897"/>
                </a:lnTo>
                <a:lnTo>
                  <a:pt x="1401648" y="818756"/>
                </a:lnTo>
                <a:lnTo>
                  <a:pt x="1402969" y="818515"/>
                </a:lnTo>
                <a:lnTo>
                  <a:pt x="1402461" y="818057"/>
                </a:lnTo>
                <a:lnTo>
                  <a:pt x="1402969" y="817626"/>
                </a:lnTo>
                <a:lnTo>
                  <a:pt x="1401711" y="817359"/>
                </a:lnTo>
                <a:lnTo>
                  <a:pt x="1390269" y="806704"/>
                </a:lnTo>
                <a:lnTo>
                  <a:pt x="1340612" y="760476"/>
                </a:lnTo>
                <a:lnTo>
                  <a:pt x="1331595" y="790943"/>
                </a:lnTo>
                <a:lnTo>
                  <a:pt x="1324076" y="788746"/>
                </a:lnTo>
                <a:lnTo>
                  <a:pt x="1324076" y="816368"/>
                </a:lnTo>
                <a:lnTo>
                  <a:pt x="1319453" y="832040"/>
                </a:lnTo>
                <a:lnTo>
                  <a:pt x="726795" y="980935"/>
                </a:lnTo>
                <a:lnTo>
                  <a:pt x="955281" y="693610"/>
                </a:lnTo>
                <a:lnTo>
                  <a:pt x="1320177" y="800836"/>
                </a:lnTo>
                <a:lnTo>
                  <a:pt x="1324076" y="816368"/>
                </a:lnTo>
                <a:lnTo>
                  <a:pt x="1324076" y="788746"/>
                </a:lnTo>
                <a:lnTo>
                  <a:pt x="963815" y="682891"/>
                </a:lnTo>
                <a:lnTo>
                  <a:pt x="1346644" y="201498"/>
                </a:lnTo>
                <a:lnTo>
                  <a:pt x="1371473" y="221234"/>
                </a:lnTo>
                <a:lnTo>
                  <a:pt x="1379435" y="183642"/>
                </a:lnTo>
                <a:lnTo>
                  <a:pt x="1389126" y="137922"/>
                </a:lnTo>
                <a:lnTo>
                  <a:pt x="1311910" y="173863"/>
                </a:lnTo>
                <a:lnTo>
                  <a:pt x="1336738" y="193624"/>
                </a:lnTo>
                <a:lnTo>
                  <a:pt x="950709" y="679030"/>
                </a:lnTo>
                <a:lnTo>
                  <a:pt x="942187" y="676529"/>
                </a:lnTo>
                <a:lnTo>
                  <a:pt x="942187" y="689762"/>
                </a:lnTo>
                <a:lnTo>
                  <a:pt x="708748" y="983310"/>
                </a:lnTo>
                <a:lnTo>
                  <a:pt x="695515" y="972337"/>
                </a:lnTo>
                <a:lnTo>
                  <a:pt x="695515" y="988783"/>
                </a:lnTo>
                <a:lnTo>
                  <a:pt x="693585" y="989279"/>
                </a:lnTo>
                <a:lnTo>
                  <a:pt x="693585" y="1002360"/>
                </a:lnTo>
                <a:lnTo>
                  <a:pt x="614413" y="1101928"/>
                </a:lnTo>
                <a:lnTo>
                  <a:pt x="606348" y="1092619"/>
                </a:lnTo>
                <a:lnTo>
                  <a:pt x="606348" y="1112075"/>
                </a:lnTo>
                <a:lnTo>
                  <a:pt x="462305" y="1293202"/>
                </a:lnTo>
                <a:lnTo>
                  <a:pt x="453745" y="1290777"/>
                </a:lnTo>
                <a:lnTo>
                  <a:pt x="453745" y="1303959"/>
                </a:lnTo>
                <a:lnTo>
                  <a:pt x="377913" y="1399324"/>
                </a:lnTo>
                <a:lnTo>
                  <a:pt x="45008" y="1187704"/>
                </a:lnTo>
                <a:lnTo>
                  <a:pt x="453745" y="1303959"/>
                </a:lnTo>
                <a:lnTo>
                  <a:pt x="453745" y="1290777"/>
                </a:lnTo>
                <a:lnTo>
                  <a:pt x="27813" y="1169619"/>
                </a:lnTo>
                <a:lnTo>
                  <a:pt x="543902" y="1039952"/>
                </a:lnTo>
                <a:lnTo>
                  <a:pt x="606348" y="1112075"/>
                </a:lnTo>
                <a:lnTo>
                  <a:pt x="606348" y="1092619"/>
                </a:lnTo>
                <a:lnTo>
                  <a:pt x="557758" y="1036485"/>
                </a:lnTo>
                <a:lnTo>
                  <a:pt x="693585" y="1002360"/>
                </a:lnTo>
                <a:lnTo>
                  <a:pt x="693585" y="989279"/>
                </a:lnTo>
                <a:lnTo>
                  <a:pt x="548449" y="1025728"/>
                </a:lnTo>
                <a:lnTo>
                  <a:pt x="534606" y="1009751"/>
                </a:lnTo>
                <a:lnTo>
                  <a:pt x="534606" y="1029208"/>
                </a:lnTo>
                <a:lnTo>
                  <a:pt x="30518" y="1155852"/>
                </a:lnTo>
                <a:lnTo>
                  <a:pt x="387146" y="858926"/>
                </a:lnTo>
                <a:lnTo>
                  <a:pt x="534606" y="1029208"/>
                </a:lnTo>
                <a:lnTo>
                  <a:pt x="534606" y="1009751"/>
                </a:lnTo>
                <a:lnTo>
                  <a:pt x="396951" y="850760"/>
                </a:lnTo>
                <a:lnTo>
                  <a:pt x="462915" y="795845"/>
                </a:lnTo>
                <a:lnTo>
                  <a:pt x="695515" y="988783"/>
                </a:lnTo>
                <a:lnTo>
                  <a:pt x="695515" y="972337"/>
                </a:lnTo>
                <a:lnTo>
                  <a:pt x="472795" y="787603"/>
                </a:lnTo>
                <a:lnTo>
                  <a:pt x="682117" y="613333"/>
                </a:lnTo>
                <a:lnTo>
                  <a:pt x="942187" y="689762"/>
                </a:lnTo>
                <a:lnTo>
                  <a:pt x="942187" y="676529"/>
                </a:lnTo>
                <a:lnTo>
                  <a:pt x="693864" y="603554"/>
                </a:lnTo>
                <a:lnTo>
                  <a:pt x="1335151" y="69608"/>
                </a:lnTo>
                <a:lnTo>
                  <a:pt x="1355471" y="93980"/>
                </a:lnTo>
                <a:lnTo>
                  <a:pt x="1373987" y="51689"/>
                </a:lnTo>
                <a:lnTo>
                  <a:pt x="1389634" y="16002"/>
                </a:lnTo>
                <a:lnTo>
                  <a:pt x="1323606" y="3378"/>
                </a:lnTo>
                <a:lnTo>
                  <a:pt x="1323606" y="62674"/>
                </a:lnTo>
                <a:lnTo>
                  <a:pt x="679170" y="599236"/>
                </a:lnTo>
                <a:lnTo>
                  <a:pt x="667423" y="595795"/>
                </a:lnTo>
                <a:lnTo>
                  <a:pt x="667423" y="609015"/>
                </a:lnTo>
                <a:lnTo>
                  <a:pt x="462838" y="779348"/>
                </a:lnTo>
                <a:lnTo>
                  <a:pt x="452958" y="771156"/>
                </a:lnTo>
                <a:lnTo>
                  <a:pt x="452958" y="787590"/>
                </a:lnTo>
                <a:lnTo>
                  <a:pt x="388620" y="841146"/>
                </a:lnTo>
                <a:lnTo>
                  <a:pt x="60020" y="461657"/>
                </a:lnTo>
                <a:lnTo>
                  <a:pt x="452958" y="787590"/>
                </a:lnTo>
                <a:lnTo>
                  <a:pt x="452958" y="771156"/>
                </a:lnTo>
                <a:lnTo>
                  <a:pt x="32486" y="422427"/>
                </a:lnTo>
                <a:lnTo>
                  <a:pt x="667423" y="609015"/>
                </a:lnTo>
                <a:lnTo>
                  <a:pt x="667423" y="595795"/>
                </a:lnTo>
                <a:lnTo>
                  <a:pt x="26441" y="407416"/>
                </a:lnTo>
                <a:lnTo>
                  <a:pt x="1313853" y="44030"/>
                </a:lnTo>
                <a:lnTo>
                  <a:pt x="1320647" y="52184"/>
                </a:lnTo>
                <a:lnTo>
                  <a:pt x="1323606" y="62674"/>
                </a:lnTo>
                <a:lnTo>
                  <a:pt x="1323606" y="3378"/>
                </a:lnTo>
                <a:lnTo>
                  <a:pt x="1305941" y="0"/>
                </a:lnTo>
                <a:lnTo>
                  <a:pt x="1314577" y="30657"/>
                </a:lnTo>
                <a:lnTo>
                  <a:pt x="3048" y="400812"/>
                </a:lnTo>
                <a:lnTo>
                  <a:pt x="4927" y="407289"/>
                </a:lnTo>
                <a:lnTo>
                  <a:pt x="4800" y="407695"/>
                </a:lnTo>
                <a:lnTo>
                  <a:pt x="0" y="411861"/>
                </a:lnTo>
                <a:lnTo>
                  <a:pt x="378815" y="849312"/>
                </a:lnTo>
                <a:lnTo>
                  <a:pt x="762" y="1164082"/>
                </a:lnTo>
                <a:lnTo>
                  <a:pt x="4864" y="1169035"/>
                </a:lnTo>
                <a:lnTo>
                  <a:pt x="4927" y="1169314"/>
                </a:lnTo>
                <a:lnTo>
                  <a:pt x="4813" y="1169682"/>
                </a:lnTo>
                <a:lnTo>
                  <a:pt x="1397" y="1175004"/>
                </a:lnTo>
                <a:lnTo>
                  <a:pt x="369963" y="1409319"/>
                </a:lnTo>
                <a:lnTo>
                  <a:pt x="5969" y="1867027"/>
                </a:lnTo>
                <a:lnTo>
                  <a:pt x="8978" y="1869427"/>
                </a:lnTo>
                <a:lnTo>
                  <a:pt x="10896" y="1872310"/>
                </a:lnTo>
                <a:lnTo>
                  <a:pt x="9144" y="1878330"/>
                </a:lnTo>
                <a:lnTo>
                  <a:pt x="1327315" y="2252294"/>
                </a:lnTo>
                <a:lnTo>
                  <a:pt x="1318641" y="2282825"/>
                </a:lnTo>
                <a:lnTo>
                  <a:pt x="1402461" y="2267077"/>
                </a:lnTo>
                <a:lnTo>
                  <a:pt x="1390078" y="2255774"/>
                </a:lnTo>
                <a:lnTo>
                  <a:pt x="1339469" y="2209546"/>
                </a:lnTo>
                <a:lnTo>
                  <a:pt x="1330782" y="2240115"/>
                </a:lnTo>
                <a:lnTo>
                  <a:pt x="37033" y="1873046"/>
                </a:lnTo>
                <a:lnTo>
                  <a:pt x="827125" y="1699983"/>
                </a:lnTo>
                <a:lnTo>
                  <a:pt x="1400644" y="2064550"/>
                </a:lnTo>
                <a:lnTo>
                  <a:pt x="1394079" y="2070227"/>
                </a:lnTo>
                <a:lnTo>
                  <a:pt x="1401343" y="2073249"/>
                </a:lnTo>
                <a:lnTo>
                  <a:pt x="1388110" y="2094103"/>
                </a:lnTo>
                <a:lnTo>
                  <a:pt x="1472819" y="2102866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4654169" y="1744090"/>
            <a:ext cx="1449705" cy="2261235"/>
          </a:xfrm>
          <a:custGeom>
            <a:avLst/>
            <a:gdLst/>
            <a:ahLst/>
            <a:cxnLst/>
            <a:rect l="l" t="t" r="r" b="b"/>
            <a:pathLst>
              <a:path w="1449704" h="2261235">
                <a:moveTo>
                  <a:pt x="1449197" y="1556004"/>
                </a:moveTo>
                <a:lnTo>
                  <a:pt x="1436751" y="1513840"/>
                </a:lnTo>
                <a:lnTo>
                  <a:pt x="1425067" y="1474216"/>
                </a:lnTo>
                <a:lnTo>
                  <a:pt x="1403616" y="1494205"/>
                </a:lnTo>
                <a:lnTo>
                  <a:pt x="1398270" y="1486789"/>
                </a:lnTo>
                <a:lnTo>
                  <a:pt x="1396517" y="1490129"/>
                </a:lnTo>
                <a:lnTo>
                  <a:pt x="1390243" y="1483398"/>
                </a:lnTo>
                <a:lnTo>
                  <a:pt x="1390243" y="1502117"/>
                </a:lnTo>
                <a:lnTo>
                  <a:pt x="1385582" y="1510995"/>
                </a:lnTo>
                <a:lnTo>
                  <a:pt x="1382153" y="1514208"/>
                </a:lnTo>
                <a:lnTo>
                  <a:pt x="1371981" y="1508899"/>
                </a:lnTo>
                <a:lnTo>
                  <a:pt x="1371981" y="1523199"/>
                </a:lnTo>
                <a:lnTo>
                  <a:pt x="1371981" y="1523682"/>
                </a:lnTo>
                <a:lnTo>
                  <a:pt x="1369314" y="1526159"/>
                </a:lnTo>
                <a:lnTo>
                  <a:pt x="1371981" y="1527162"/>
                </a:lnTo>
                <a:lnTo>
                  <a:pt x="1371981" y="1537004"/>
                </a:lnTo>
                <a:lnTo>
                  <a:pt x="1371981" y="1573098"/>
                </a:lnTo>
                <a:lnTo>
                  <a:pt x="1371981" y="1585544"/>
                </a:lnTo>
                <a:lnTo>
                  <a:pt x="56413" y="2228608"/>
                </a:lnTo>
                <a:lnTo>
                  <a:pt x="799033" y="1561719"/>
                </a:lnTo>
                <a:lnTo>
                  <a:pt x="1366431" y="1561719"/>
                </a:lnTo>
                <a:lnTo>
                  <a:pt x="1371981" y="1573098"/>
                </a:lnTo>
                <a:lnTo>
                  <a:pt x="1371981" y="1537004"/>
                </a:lnTo>
                <a:lnTo>
                  <a:pt x="1365681" y="1549019"/>
                </a:lnTo>
                <a:lnTo>
                  <a:pt x="813181" y="1549019"/>
                </a:lnTo>
                <a:lnTo>
                  <a:pt x="1037056" y="1347978"/>
                </a:lnTo>
                <a:lnTo>
                  <a:pt x="1371981" y="1523199"/>
                </a:lnTo>
                <a:lnTo>
                  <a:pt x="1371981" y="1508899"/>
                </a:lnTo>
                <a:lnTo>
                  <a:pt x="1047102" y="1338948"/>
                </a:lnTo>
                <a:lnTo>
                  <a:pt x="1151166" y="1245501"/>
                </a:lnTo>
                <a:lnTo>
                  <a:pt x="1390243" y="1502117"/>
                </a:lnTo>
                <a:lnTo>
                  <a:pt x="1390243" y="1483398"/>
                </a:lnTo>
                <a:lnTo>
                  <a:pt x="1160653" y="1236980"/>
                </a:lnTo>
                <a:lnTo>
                  <a:pt x="1388999" y="1031925"/>
                </a:lnTo>
                <a:lnTo>
                  <a:pt x="1410208" y="1055497"/>
                </a:lnTo>
                <a:lnTo>
                  <a:pt x="1426578" y="1013968"/>
                </a:lnTo>
                <a:lnTo>
                  <a:pt x="1441450" y="976249"/>
                </a:lnTo>
                <a:lnTo>
                  <a:pt x="1359281" y="998855"/>
                </a:lnTo>
                <a:lnTo>
                  <a:pt x="1380528" y="1022489"/>
                </a:lnTo>
                <a:lnTo>
                  <a:pt x="1152017" y="1227709"/>
                </a:lnTo>
                <a:lnTo>
                  <a:pt x="1142530" y="1217536"/>
                </a:lnTo>
                <a:lnTo>
                  <a:pt x="1142530" y="1236230"/>
                </a:lnTo>
                <a:lnTo>
                  <a:pt x="1035138" y="1332687"/>
                </a:lnTo>
                <a:lnTo>
                  <a:pt x="1025080" y="1327429"/>
                </a:lnTo>
                <a:lnTo>
                  <a:pt x="1025080" y="1341716"/>
                </a:lnTo>
                <a:lnTo>
                  <a:pt x="794258" y="1549019"/>
                </a:lnTo>
                <a:lnTo>
                  <a:pt x="43637" y="1549019"/>
                </a:lnTo>
                <a:lnTo>
                  <a:pt x="752970" y="1199337"/>
                </a:lnTo>
                <a:lnTo>
                  <a:pt x="1025080" y="1341716"/>
                </a:lnTo>
                <a:lnTo>
                  <a:pt x="1025080" y="1327429"/>
                </a:lnTo>
                <a:lnTo>
                  <a:pt x="767003" y="1192415"/>
                </a:lnTo>
                <a:lnTo>
                  <a:pt x="996378" y="1079334"/>
                </a:lnTo>
                <a:lnTo>
                  <a:pt x="1142530" y="1236230"/>
                </a:lnTo>
                <a:lnTo>
                  <a:pt x="1142530" y="1217536"/>
                </a:lnTo>
                <a:lnTo>
                  <a:pt x="1008316" y="1073454"/>
                </a:lnTo>
                <a:lnTo>
                  <a:pt x="1375994" y="892187"/>
                </a:lnTo>
                <a:lnTo>
                  <a:pt x="1390015" y="920623"/>
                </a:lnTo>
                <a:lnTo>
                  <a:pt x="1424495" y="875157"/>
                </a:lnTo>
                <a:lnTo>
                  <a:pt x="1440700" y="853795"/>
                </a:lnTo>
                <a:lnTo>
                  <a:pt x="1441348" y="853490"/>
                </a:lnTo>
                <a:lnTo>
                  <a:pt x="1442593" y="853567"/>
                </a:lnTo>
                <a:lnTo>
                  <a:pt x="1425219" y="826770"/>
                </a:lnTo>
                <a:lnTo>
                  <a:pt x="1396238" y="782066"/>
                </a:lnTo>
                <a:lnTo>
                  <a:pt x="1380109" y="809409"/>
                </a:lnTo>
                <a:lnTo>
                  <a:pt x="1366418" y="801344"/>
                </a:lnTo>
                <a:lnTo>
                  <a:pt x="1366418" y="816013"/>
                </a:lnTo>
                <a:lnTo>
                  <a:pt x="1365846" y="833564"/>
                </a:lnTo>
                <a:lnTo>
                  <a:pt x="1364729" y="835469"/>
                </a:lnTo>
                <a:lnTo>
                  <a:pt x="1364729" y="869302"/>
                </a:lnTo>
                <a:lnTo>
                  <a:pt x="1364272" y="883793"/>
                </a:lnTo>
                <a:lnTo>
                  <a:pt x="999286" y="1063752"/>
                </a:lnTo>
                <a:lnTo>
                  <a:pt x="987336" y="1050925"/>
                </a:lnTo>
                <a:lnTo>
                  <a:pt x="987336" y="1069644"/>
                </a:lnTo>
                <a:lnTo>
                  <a:pt x="753110" y="1185138"/>
                </a:lnTo>
                <a:lnTo>
                  <a:pt x="44348" y="814349"/>
                </a:lnTo>
                <a:lnTo>
                  <a:pt x="771575" y="838022"/>
                </a:lnTo>
                <a:lnTo>
                  <a:pt x="987336" y="1069644"/>
                </a:lnTo>
                <a:lnTo>
                  <a:pt x="987336" y="1050925"/>
                </a:lnTo>
                <a:lnTo>
                  <a:pt x="789559" y="838619"/>
                </a:lnTo>
                <a:lnTo>
                  <a:pt x="1358734" y="857148"/>
                </a:lnTo>
                <a:lnTo>
                  <a:pt x="1364729" y="869302"/>
                </a:lnTo>
                <a:lnTo>
                  <a:pt x="1364729" y="835469"/>
                </a:lnTo>
                <a:lnTo>
                  <a:pt x="1359420" y="844461"/>
                </a:lnTo>
                <a:lnTo>
                  <a:pt x="777341" y="825500"/>
                </a:lnTo>
                <a:lnTo>
                  <a:pt x="39217" y="33172"/>
                </a:lnTo>
                <a:lnTo>
                  <a:pt x="1366418" y="816013"/>
                </a:lnTo>
                <a:lnTo>
                  <a:pt x="1366418" y="801344"/>
                </a:lnTo>
                <a:lnTo>
                  <a:pt x="7874" y="0"/>
                </a:lnTo>
                <a:lnTo>
                  <a:pt x="4699" y="5461"/>
                </a:lnTo>
                <a:lnTo>
                  <a:pt x="0" y="9779"/>
                </a:lnTo>
                <a:lnTo>
                  <a:pt x="759371" y="824915"/>
                </a:lnTo>
                <a:lnTo>
                  <a:pt x="17145" y="800735"/>
                </a:lnTo>
                <a:lnTo>
                  <a:pt x="16878" y="807097"/>
                </a:lnTo>
                <a:lnTo>
                  <a:pt x="13970" y="812673"/>
                </a:lnTo>
                <a:lnTo>
                  <a:pt x="739076" y="1192060"/>
                </a:lnTo>
                <a:lnTo>
                  <a:pt x="14097" y="1549527"/>
                </a:lnTo>
                <a:lnTo>
                  <a:pt x="16891" y="1555178"/>
                </a:lnTo>
                <a:lnTo>
                  <a:pt x="16891" y="1561719"/>
                </a:lnTo>
                <a:lnTo>
                  <a:pt x="780110" y="1561719"/>
                </a:lnTo>
                <a:lnTo>
                  <a:pt x="15062" y="2248827"/>
                </a:lnTo>
                <a:lnTo>
                  <a:pt x="14097" y="2249297"/>
                </a:lnTo>
                <a:lnTo>
                  <a:pt x="14224" y="2249576"/>
                </a:lnTo>
                <a:lnTo>
                  <a:pt x="12700" y="2250948"/>
                </a:lnTo>
                <a:lnTo>
                  <a:pt x="17576" y="2256421"/>
                </a:lnTo>
                <a:lnTo>
                  <a:pt x="19685" y="2260727"/>
                </a:lnTo>
                <a:lnTo>
                  <a:pt x="20891" y="2260142"/>
                </a:lnTo>
                <a:lnTo>
                  <a:pt x="21082" y="2260346"/>
                </a:lnTo>
                <a:lnTo>
                  <a:pt x="21818" y="2259685"/>
                </a:lnTo>
                <a:lnTo>
                  <a:pt x="1382407" y="1594485"/>
                </a:lnTo>
                <a:lnTo>
                  <a:pt x="1396365" y="1623060"/>
                </a:lnTo>
                <a:lnTo>
                  <a:pt x="1431163" y="1577594"/>
                </a:lnTo>
                <a:lnTo>
                  <a:pt x="1447787" y="1555877"/>
                </a:lnTo>
                <a:lnTo>
                  <a:pt x="1448181" y="1555877"/>
                </a:lnTo>
                <a:lnTo>
                  <a:pt x="1447977" y="1555623"/>
                </a:lnTo>
                <a:lnTo>
                  <a:pt x="1449197" y="1556004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1854580" y="2126995"/>
            <a:ext cx="464184" cy="76200"/>
          </a:xfrm>
          <a:custGeom>
            <a:avLst/>
            <a:gdLst/>
            <a:ahLst/>
            <a:cxnLst/>
            <a:rect l="l" t="t" r="r" b="b"/>
            <a:pathLst>
              <a:path w="464185" h="76200">
                <a:moveTo>
                  <a:pt x="388238" y="0"/>
                </a:moveTo>
                <a:lnTo>
                  <a:pt x="387890" y="26162"/>
                </a:lnTo>
                <a:lnTo>
                  <a:pt x="387816" y="31695"/>
                </a:lnTo>
                <a:lnTo>
                  <a:pt x="400557" y="31876"/>
                </a:lnTo>
                <a:lnTo>
                  <a:pt x="400418" y="38862"/>
                </a:lnTo>
                <a:lnTo>
                  <a:pt x="400304" y="44576"/>
                </a:lnTo>
                <a:lnTo>
                  <a:pt x="387644" y="44576"/>
                </a:lnTo>
                <a:lnTo>
                  <a:pt x="387223" y="76200"/>
                </a:lnTo>
                <a:lnTo>
                  <a:pt x="452634" y="44576"/>
                </a:lnTo>
                <a:lnTo>
                  <a:pt x="400304" y="44576"/>
                </a:lnTo>
                <a:lnTo>
                  <a:pt x="387647" y="44396"/>
                </a:lnTo>
                <a:lnTo>
                  <a:pt x="453008" y="44396"/>
                </a:lnTo>
                <a:lnTo>
                  <a:pt x="463931" y="39115"/>
                </a:lnTo>
                <a:lnTo>
                  <a:pt x="388238" y="0"/>
                </a:lnTo>
                <a:close/>
              </a:path>
              <a:path w="464185" h="76200">
                <a:moveTo>
                  <a:pt x="387816" y="31695"/>
                </a:moveTo>
                <a:lnTo>
                  <a:pt x="387720" y="38862"/>
                </a:lnTo>
                <a:lnTo>
                  <a:pt x="387647" y="44396"/>
                </a:lnTo>
                <a:lnTo>
                  <a:pt x="400304" y="44576"/>
                </a:lnTo>
                <a:lnTo>
                  <a:pt x="400557" y="31876"/>
                </a:lnTo>
                <a:lnTo>
                  <a:pt x="387816" y="31695"/>
                </a:lnTo>
                <a:close/>
              </a:path>
              <a:path w="464185" h="76200">
                <a:moveTo>
                  <a:pt x="254" y="26162"/>
                </a:moveTo>
                <a:lnTo>
                  <a:pt x="0" y="38862"/>
                </a:lnTo>
                <a:lnTo>
                  <a:pt x="387647" y="44396"/>
                </a:lnTo>
                <a:lnTo>
                  <a:pt x="387720" y="38862"/>
                </a:lnTo>
                <a:lnTo>
                  <a:pt x="387816" y="31695"/>
                </a:lnTo>
                <a:lnTo>
                  <a:pt x="254" y="26162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1828800" y="2891027"/>
            <a:ext cx="490855" cy="76200"/>
          </a:xfrm>
          <a:custGeom>
            <a:avLst/>
            <a:gdLst/>
            <a:ahLst/>
            <a:cxnLst/>
            <a:rect l="l" t="t" r="r" b="b"/>
            <a:pathLst>
              <a:path w="490855" h="76200">
                <a:moveTo>
                  <a:pt x="414147" y="0"/>
                </a:moveTo>
                <a:lnTo>
                  <a:pt x="414147" y="76200"/>
                </a:lnTo>
                <a:lnTo>
                  <a:pt x="477647" y="44450"/>
                </a:lnTo>
                <a:lnTo>
                  <a:pt x="426847" y="44450"/>
                </a:lnTo>
                <a:lnTo>
                  <a:pt x="426847" y="31750"/>
                </a:lnTo>
                <a:lnTo>
                  <a:pt x="477647" y="31750"/>
                </a:lnTo>
                <a:lnTo>
                  <a:pt x="414147" y="0"/>
                </a:lnTo>
                <a:close/>
              </a:path>
              <a:path w="490855" h="76200">
                <a:moveTo>
                  <a:pt x="414147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414147" y="44450"/>
                </a:lnTo>
                <a:lnTo>
                  <a:pt x="414147" y="31750"/>
                </a:lnTo>
                <a:close/>
              </a:path>
              <a:path w="490855" h="76200">
                <a:moveTo>
                  <a:pt x="477647" y="31750"/>
                </a:moveTo>
                <a:lnTo>
                  <a:pt x="426847" y="31750"/>
                </a:lnTo>
                <a:lnTo>
                  <a:pt x="426847" y="44450"/>
                </a:lnTo>
                <a:lnTo>
                  <a:pt x="477647" y="44450"/>
                </a:lnTo>
                <a:lnTo>
                  <a:pt x="490347" y="38100"/>
                </a:lnTo>
                <a:lnTo>
                  <a:pt x="477647" y="3175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1854707" y="3593591"/>
            <a:ext cx="470534" cy="76200"/>
          </a:xfrm>
          <a:custGeom>
            <a:avLst/>
            <a:gdLst/>
            <a:ahLst/>
            <a:cxnLst/>
            <a:rect l="l" t="t" r="r" b="b"/>
            <a:pathLst>
              <a:path w="470535" h="76200">
                <a:moveTo>
                  <a:pt x="394208" y="0"/>
                </a:moveTo>
                <a:lnTo>
                  <a:pt x="394208" y="76200"/>
                </a:lnTo>
                <a:lnTo>
                  <a:pt x="457708" y="44450"/>
                </a:lnTo>
                <a:lnTo>
                  <a:pt x="406908" y="44450"/>
                </a:lnTo>
                <a:lnTo>
                  <a:pt x="406908" y="31750"/>
                </a:lnTo>
                <a:lnTo>
                  <a:pt x="457708" y="31750"/>
                </a:lnTo>
                <a:lnTo>
                  <a:pt x="394208" y="0"/>
                </a:lnTo>
                <a:close/>
              </a:path>
              <a:path w="470535" h="76200">
                <a:moveTo>
                  <a:pt x="394208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394208" y="44450"/>
                </a:lnTo>
                <a:lnTo>
                  <a:pt x="394208" y="31750"/>
                </a:lnTo>
                <a:close/>
              </a:path>
              <a:path w="470535" h="76200">
                <a:moveTo>
                  <a:pt x="457708" y="31750"/>
                </a:moveTo>
                <a:lnTo>
                  <a:pt x="406908" y="31750"/>
                </a:lnTo>
                <a:lnTo>
                  <a:pt x="406908" y="44450"/>
                </a:lnTo>
                <a:lnTo>
                  <a:pt x="457708" y="44450"/>
                </a:lnTo>
                <a:lnTo>
                  <a:pt x="470408" y="38100"/>
                </a:lnTo>
                <a:lnTo>
                  <a:pt x="457708" y="3175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6573011" y="2586227"/>
            <a:ext cx="397510" cy="76200"/>
          </a:xfrm>
          <a:custGeom>
            <a:avLst/>
            <a:gdLst/>
            <a:ahLst/>
            <a:cxnLst/>
            <a:rect l="l" t="t" r="r" b="b"/>
            <a:pathLst>
              <a:path w="397509" h="76200">
                <a:moveTo>
                  <a:pt x="321310" y="0"/>
                </a:moveTo>
                <a:lnTo>
                  <a:pt x="321310" y="76200"/>
                </a:lnTo>
                <a:lnTo>
                  <a:pt x="384810" y="44450"/>
                </a:lnTo>
                <a:lnTo>
                  <a:pt x="334010" y="44450"/>
                </a:lnTo>
                <a:lnTo>
                  <a:pt x="334010" y="31750"/>
                </a:lnTo>
                <a:lnTo>
                  <a:pt x="384810" y="31750"/>
                </a:lnTo>
                <a:lnTo>
                  <a:pt x="321310" y="0"/>
                </a:lnTo>
                <a:close/>
              </a:path>
              <a:path w="397509" h="76200">
                <a:moveTo>
                  <a:pt x="32131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321310" y="44450"/>
                </a:lnTo>
                <a:lnTo>
                  <a:pt x="321310" y="31750"/>
                </a:lnTo>
                <a:close/>
              </a:path>
              <a:path w="397509" h="76200">
                <a:moveTo>
                  <a:pt x="384810" y="31750"/>
                </a:moveTo>
                <a:lnTo>
                  <a:pt x="334010" y="31750"/>
                </a:lnTo>
                <a:lnTo>
                  <a:pt x="334010" y="44450"/>
                </a:lnTo>
                <a:lnTo>
                  <a:pt x="384810" y="44450"/>
                </a:lnTo>
                <a:lnTo>
                  <a:pt x="397510" y="38100"/>
                </a:lnTo>
                <a:lnTo>
                  <a:pt x="384810" y="3175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6579107" y="3288791"/>
            <a:ext cx="404495" cy="76200"/>
          </a:xfrm>
          <a:custGeom>
            <a:avLst/>
            <a:gdLst/>
            <a:ahLst/>
            <a:cxnLst/>
            <a:rect l="l" t="t" r="r" b="b"/>
            <a:pathLst>
              <a:path w="404495" h="76200">
                <a:moveTo>
                  <a:pt x="328041" y="0"/>
                </a:moveTo>
                <a:lnTo>
                  <a:pt x="328041" y="76200"/>
                </a:lnTo>
                <a:lnTo>
                  <a:pt x="391541" y="44450"/>
                </a:lnTo>
                <a:lnTo>
                  <a:pt x="340741" y="44450"/>
                </a:lnTo>
                <a:lnTo>
                  <a:pt x="340741" y="31750"/>
                </a:lnTo>
                <a:lnTo>
                  <a:pt x="391541" y="31750"/>
                </a:lnTo>
                <a:lnTo>
                  <a:pt x="328041" y="0"/>
                </a:lnTo>
                <a:close/>
              </a:path>
              <a:path w="404495" h="76200">
                <a:moveTo>
                  <a:pt x="328041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328041" y="44450"/>
                </a:lnTo>
                <a:lnTo>
                  <a:pt x="328041" y="31750"/>
                </a:lnTo>
                <a:close/>
              </a:path>
              <a:path w="404495" h="76200">
                <a:moveTo>
                  <a:pt x="391541" y="31750"/>
                </a:moveTo>
                <a:lnTo>
                  <a:pt x="340741" y="31750"/>
                </a:lnTo>
                <a:lnTo>
                  <a:pt x="340741" y="44450"/>
                </a:lnTo>
                <a:lnTo>
                  <a:pt x="391541" y="44450"/>
                </a:lnTo>
                <a:lnTo>
                  <a:pt x="404241" y="38100"/>
                </a:lnTo>
                <a:lnTo>
                  <a:pt x="391541" y="3175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71968" y="2928492"/>
            <a:ext cx="1951608" cy="2044064"/>
          </a:xfrm>
          <a:prstGeom prst="rect">
            <a:avLst/>
          </a:prstGeom>
        </p:spPr>
      </p:pic>
      <p:sp>
        <p:nvSpPr>
          <p:cNvPr id="3" name="object 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5274673" y="2355342"/>
            <a:ext cx="2877185" cy="971550"/>
            <a:chOff x="5274673" y="2355342"/>
            <a:chExt cx="2877185" cy="97155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74673" y="2355342"/>
              <a:ext cx="1952134" cy="66039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09493" y="2460371"/>
              <a:ext cx="942255" cy="866393"/>
            </a:xfrm>
            <a:prstGeom prst="rect">
              <a:avLst/>
            </a:prstGeom>
          </p:spPr>
        </p:pic>
      </p:grpSp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89345" y="3882390"/>
            <a:ext cx="1594868" cy="278511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90460" y="4590034"/>
            <a:ext cx="1288796" cy="1173302"/>
          </a:xfrm>
          <a:prstGeom prst="rect">
            <a:avLst/>
          </a:prstGeom>
        </p:spPr>
      </p:pic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51437" y="3308096"/>
            <a:ext cx="1237043" cy="54990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62929" y="1842770"/>
            <a:ext cx="482981" cy="45847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91886" y="5370321"/>
            <a:ext cx="2036974" cy="656767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64933" y="1783714"/>
            <a:ext cx="615696" cy="51562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26020" y="4465320"/>
            <a:ext cx="429513" cy="51053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83451" y="3367278"/>
            <a:ext cx="467868" cy="528320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64551" y="3529203"/>
            <a:ext cx="1465072" cy="731520"/>
          </a:xfrm>
          <a:prstGeom prst="rect">
            <a:avLst/>
          </a:prstGeom>
        </p:spPr>
      </p:pic>
      <p:sp>
        <p:nvSpPr>
          <p:cNvPr id="3" name="object 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9618" y="3596004"/>
            <a:ext cx="333501" cy="487679"/>
          </a:xfrm>
          <a:prstGeom prst="rect">
            <a:avLst/>
          </a:prstGeom>
        </p:spPr>
      </p:pic>
      <p:sp>
        <p:nvSpPr>
          <p:cNvPr id="3" name="object 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63073" y="3072638"/>
            <a:ext cx="1675384" cy="692150"/>
          </a:xfrm>
          <a:prstGeom prst="rect">
            <a:avLst/>
          </a:prstGeom>
        </p:spPr>
      </p:pic>
      <p:sp>
        <p:nvSpPr>
          <p:cNvPr id="3" name="object 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412994" y="5095875"/>
            <a:ext cx="61594" cy="49530"/>
          </a:xfrm>
          <a:custGeom>
            <a:avLst/>
            <a:gdLst/>
            <a:ahLst/>
            <a:cxnLst/>
            <a:rect l="l" t="t" r="r" b="b"/>
            <a:pathLst>
              <a:path w="61595" h="49529">
                <a:moveTo>
                  <a:pt x="24765" y="5588"/>
                </a:moveTo>
                <a:lnTo>
                  <a:pt x="19304" y="0"/>
                </a:lnTo>
                <a:lnTo>
                  <a:pt x="5588" y="0"/>
                </a:lnTo>
                <a:lnTo>
                  <a:pt x="0" y="5588"/>
                </a:lnTo>
                <a:lnTo>
                  <a:pt x="0" y="19177"/>
                </a:lnTo>
                <a:lnTo>
                  <a:pt x="5588" y="24765"/>
                </a:lnTo>
                <a:lnTo>
                  <a:pt x="19304" y="24765"/>
                </a:lnTo>
                <a:lnTo>
                  <a:pt x="24765" y="19177"/>
                </a:lnTo>
                <a:lnTo>
                  <a:pt x="24765" y="12319"/>
                </a:lnTo>
                <a:lnTo>
                  <a:pt x="24765" y="5588"/>
                </a:lnTo>
                <a:close/>
              </a:path>
              <a:path w="61595" h="49529">
                <a:moveTo>
                  <a:pt x="61214" y="29972"/>
                </a:moveTo>
                <a:lnTo>
                  <a:pt x="55626" y="24511"/>
                </a:lnTo>
                <a:lnTo>
                  <a:pt x="41910" y="24511"/>
                </a:lnTo>
                <a:lnTo>
                  <a:pt x="36449" y="29972"/>
                </a:lnTo>
                <a:lnTo>
                  <a:pt x="36449" y="43688"/>
                </a:lnTo>
                <a:lnTo>
                  <a:pt x="41910" y="49276"/>
                </a:lnTo>
                <a:lnTo>
                  <a:pt x="55626" y="49276"/>
                </a:lnTo>
                <a:lnTo>
                  <a:pt x="61214" y="43688"/>
                </a:lnTo>
                <a:lnTo>
                  <a:pt x="61214" y="36830"/>
                </a:lnTo>
                <a:lnTo>
                  <a:pt x="61214" y="29972"/>
                </a:lnTo>
                <a:close/>
              </a:path>
            </a:pathLst>
          </a:custGeom>
          <a:solidFill>
            <a:srgbClr val="E71223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7636" y="1222247"/>
            <a:ext cx="3549396" cy="23622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76244" y="1441243"/>
            <a:ext cx="4534954" cy="2049176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1639823" y="4620767"/>
            <a:ext cx="2863850" cy="1607820"/>
            <a:chOff x="1639823" y="4620767"/>
            <a:chExt cx="2863850" cy="1607820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39823" y="4620767"/>
              <a:ext cx="2863596" cy="1438656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96995" y="5708903"/>
              <a:ext cx="475488" cy="519684"/>
            </a:xfrm>
            <a:prstGeom prst="rect">
              <a:avLst/>
            </a:prstGeom>
          </p:spPr>
        </p:pic>
      </p:grpSp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29271" y="4463796"/>
            <a:ext cx="2767583" cy="1595628"/>
          </a:xfrm>
          <a:prstGeom prst="rect">
            <a:avLst/>
          </a:prstGeom>
        </p:spPr>
      </p:pic>
      <p:grpSp>
        <p:nvGrpSpPr>
          <p:cNvPr id="9" name="object 9" descr=""/>
          <p:cNvGrpSpPr/>
          <p:nvPr/>
        </p:nvGrpSpPr>
        <p:grpSpPr>
          <a:xfrm>
            <a:off x="2553970" y="3703065"/>
            <a:ext cx="220345" cy="619760"/>
            <a:chOff x="2553970" y="3703065"/>
            <a:chExt cx="220345" cy="619760"/>
          </a:xfrm>
        </p:grpSpPr>
        <p:sp>
          <p:nvSpPr>
            <p:cNvPr id="10" name="object 10" descr=""/>
            <p:cNvSpPr/>
            <p:nvPr/>
          </p:nvSpPr>
          <p:spPr>
            <a:xfrm>
              <a:off x="2560320" y="3709415"/>
              <a:ext cx="207645" cy="607060"/>
            </a:xfrm>
            <a:custGeom>
              <a:avLst/>
              <a:gdLst/>
              <a:ahLst/>
              <a:cxnLst/>
              <a:rect l="l" t="t" r="r" b="b"/>
              <a:pathLst>
                <a:path w="207644" h="607060">
                  <a:moveTo>
                    <a:pt x="103631" y="0"/>
                  </a:moveTo>
                  <a:lnTo>
                    <a:pt x="0" y="103631"/>
                  </a:lnTo>
                  <a:lnTo>
                    <a:pt x="51816" y="103631"/>
                  </a:lnTo>
                  <a:lnTo>
                    <a:pt x="51816" y="606551"/>
                  </a:lnTo>
                  <a:lnTo>
                    <a:pt x="155448" y="606551"/>
                  </a:lnTo>
                  <a:lnTo>
                    <a:pt x="155448" y="103631"/>
                  </a:lnTo>
                  <a:lnTo>
                    <a:pt x="207263" y="103631"/>
                  </a:lnTo>
                  <a:lnTo>
                    <a:pt x="103631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2560320" y="3709415"/>
              <a:ext cx="207645" cy="607060"/>
            </a:xfrm>
            <a:custGeom>
              <a:avLst/>
              <a:gdLst/>
              <a:ahLst/>
              <a:cxnLst/>
              <a:rect l="l" t="t" r="r" b="b"/>
              <a:pathLst>
                <a:path w="207644" h="607060">
                  <a:moveTo>
                    <a:pt x="0" y="103631"/>
                  </a:moveTo>
                  <a:lnTo>
                    <a:pt x="103631" y="0"/>
                  </a:lnTo>
                  <a:lnTo>
                    <a:pt x="207263" y="103631"/>
                  </a:lnTo>
                  <a:lnTo>
                    <a:pt x="155448" y="103631"/>
                  </a:lnTo>
                  <a:lnTo>
                    <a:pt x="155448" y="606551"/>
                  </a:lnTo>
                  <a:lnTo>
                    <a:pt x="51816" y="606551"/>
                  </a:lnTo>
                  <a:lnTo>
                    <a:pt x="51816" y="103631"/>
                  </a:lnTo>
                  <a:lnTo>
                    <a:pt x="0" y="103631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 descr=""/>
          <p:cNvGrpSpPr/>
          <p:nvPr/>
        </p:nvGrpSpPr>
        <p:grpSpPr>
          <a:xfrm>
            <a:off x="7887969" y="3578097"/>
            <a:ext cx="220345" cy="619760"/>
            <a:chOff x="7887969" y="3578097"/>
            <a:chExt cx="220345" cy="619760"/>
          </a:xfrm>
        </p:grpSpPr>
        <p:sp>
          <p:nvSpPr>
            <p:cNvPr id="13" name="object 13" descr=""/>
            <p:cNvSpPr/>
            <p:nvPr/>
          </p:nvSpPr>
          <p:spPr>
            <a:xfrm>
              <a:off x="7894319" y="3584447"/>
              <a:ext cx="207645" cy="607060"/>
            </a:xfrm>
            <a:custGeom>
              <a:avLst/>
              <a:gdLst/>
              <a:ahLst/>
              <a:cxnLst/>
              <a:rect l="l" t="t" r="r" b="b"/>
              <a:pathLst>
                <a:path w="207645" h="607060">
                  <a:moveTo>
                    <a:pt x="103631" y="0"/>
                  </a:moveTo>
                  <a:lnTo>
                    <a:pt x="0" y="103631"/>
                  </a:lnTo>
                  <a:lnTo>
                    <a:pt x="51815" y="103631"/>
                  </a:lnTo>
                  <a:lnTo>
                    <a:pt x="51815" y="606551"/>
                  </a:lnTo>
                  <a:lnTo>
                    <a:pt x="155448" y="606551"/>
                  </a:lnTo>
                  <a:lnTo>
                    <a:pt x="155448" y="103631"/>
                  </a:lnTo>
                  <a:lnTo>
                    <a:pt x="207263" y="103631"/>
                  </a:lnTo>
                  <a:lnTo>
                    <a:pt x="103631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7894319" y="3584447"/>
              <a:ext cx="207645" cy="607060"/>
            </a:xfrm>
            <a:custGeom>
              <a:avLst/>
              <a:gdLst/>
              <a:ahLst/>
              <a:cxnLst/>
              <a:rect l="l" t="t" r="r" b="b"/>
              <a:pathLst>
                <a:path w="207645" h="607060">
                  <a:moveTo>
                    <a:pt x="0" y="103631"/>
                  </a:moveTo>
                  <a:lnTo>
                    <a:pt x="103631" y="0"/>
                  </a:lnTo>
                  <a:lnTo>
                    <a:pt x="207263" y="103631"/>
                  </a:lnTo>
                  <a:lnTo>
                    <a:pt x="155448" y="103631"/>
                  </a:lnTo>
                  <a:lnTo>
                    <a:pt x="155448" y="606551"/>
                  </a:lnTo>
                  <a:lnTo>
                    <a:pt x="51815" y="606551"/>
                  </a:lnTo>
                  <a:lnTo>
                    <a:pt x="51815" y="103631"/>
                  </a:lnTo>
                  <a:lnTo>
                    <a:pt x="0" y="103631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2968498" y="3944188"/>
            <a:ext cx="188404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Network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neurons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6" name="object 16" descr=""/>
          <p:cNvSpPr txBox="1"/>
          <p:nvPr/>
        </p:nvSpPr>
        <p:spPr>
          <a:xfrm>
            <a:off x="8205596" y="3691839"/>
            <a:ext cx="188404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Network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neurons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Sanasam Ranbir Singh</dc:creator>
  <dc:title>Lesson – 8</dc:title>
  <dcterms:created xsi:type="dcterms:W3CDTF">2025-10-03T09:09:39Z</dcterms:created>
  <dcterms:modified xsi:type="dcterms:W3CDTF">2025-10-03T09:09:39Z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2022-09-11T00:00:00Z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2025-10-03T00:00:00Z</vt:filetime>
  </property>
  <property fmtid="{D5CDD505-2E9C-101B-9397-08002B2CF9AE}" pid="5" name="Producer">
    <vt:lpwstr>Microsoft® PowerPoint® 2019</vt:lpwstr>
  </property>
</Properties>
</file>